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256" r:id="rId2"/>
    <p:sldId id="257" r:id="rId3"/>
    <p:sldId id="258" r:id="rId4"/>
    <p:sldId id="259" r:id="rId5"/>
    <p:sldId id="260" r:id="rId6"/>
    <p:sldId id="261" r:id="rId7"/>
    <p:sldId id="262" r:id="rId8"/>
    <p:sldId id="263" r:id="rId9"/>
    <p:sldId id="265" r:id="rId10"/>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1pPr>
    <a:lvl2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2pPr>
    <a:lvl3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3pPr>
    <a:lvl4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4pPr>
    <a:lvl5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5pPr>
    <a:lvl6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6pPr>
    <a:lvl7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7pPr>
    <a:lvl8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8pPr>
    <a:lvl9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289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90" d="100"/>
          <a:sy n="90" d="100"/>
        </p:scale>
        <p:origin x="1234" y="58"/>
      </p:cViewPr>
      <p:guideLst>
        <p:guide orient="horz" pos="2160"/>
        <p:guide pos="289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4/2/2026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Shape 34"/>
          <p:cNvSpPr>
            <a:spLocks noGrp="1" noRot="1" noChangeAspect="1"/>
          </p:cNvSpPr>
          <p:nvPr>
            <p:ph type="sldImg"/>
          </p:nvPr>
        </p:nvSpPr>
        <p:spPr>
          <a:xfrm>
            <a:off x="1143000" y="685800"/>
            <a:ext cx="4572000" cy="3429000"/>
          </a:xfrm>
          <a:prstGeom prst="rect">
            <a:avLst/>
          </a:prstGeom>
        </p:spPr>
        <p:txBody>
          <a:bodyPr/>
          <a:lstStyle/>
          <a:p>
            <a:endParaRPr/>
          </a:p>
        </p:txBody>
      </p:sp>
      <p:sp>
        <p:nvSpPr>
          <p:cNvPr id="35" name="Shape 3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panose="020B0604020202020204"/>
      </a:defRPr>
    </a:lvl1pPr>
    <a:lvl2pPr indent="228600" latinLnBrk="0">
      <a:defRPr sz="1400">
        <a:latin typeface="+mj-lt"/>
        <a:ea typeface="+mj-ea"/>
        <a:cs typeface="+mj-cs"/>
        <a:sym typeface="Arial" panose="020B0604020202020204"/>
      </a:defRPr>
    </a:lvl2pPr>
    <a:lvl3pPr indent="457200" latinLnBrk="0">
      <a:defRPr sz="1400">
        <a:latin typeface="+mj-lt"/>
        <a:ea typeface="+mj-ea"/>
        <a:cs typeface="+mj-cs"/>
        <a:sym typeface="Arial" panose="020B0604020202020204"/>
      </a:defRPr>
    </a:lvl3pPr>
    <a:lvl4pPr indent="685800" latinLnBrk="0">
      <a:defRPr sz="1400">
        <a:latin typeface="+mj-lt"/>
        <a:ea typeface="+mj-ea"/>
        <a:cs typeface="+mj-cs"/>
        <a:sym typeface="Arial" panose="020B0604020202020204"/>
      </a:defRPr>
    </a:lvl4pPr>
    <a:lvl5pPr indent="914400" latinLnBrk="0">
      <a:defRPr sz="1400">
        <a:latin typeface="+mj-lt"/>
        <a:ea typeface="+mj-ea"/>
        <a:cs typeface="+mj-cs"/>
        <a:sym typeface="Arial" panose="020B0604020202020204"/>
      </a:defRPr>
    </a:lvl5pPr>
    <a:lvl6pPr indent="1143000" latinLnBrk="0">
      <a:defRPr sz="1400">
        <a:latin typeface="+mj-lt"/>
        <a:ea typeface="+mj-ea"/>
        <a:cs typeface="+mj-cs"/>
        <a:sym typeface="Arial" panose="020B0604020202020204"/>
      </a:defRPr>
    </a:lvl6pPr>
    <a:lvl7pPr indent="1371600" latinLnBrk="0">
      <a:defRPr sz="1400">
        <a:latin typeface="+mj-lt"/>
        <a:ea typeface="+mj-ea"/>
        <a:cs typeface="+mj-cs"/>
        <a:sym typeface="Arial" panose="020B0604020202020204"/>
      </a:defRPr>
    </a:lvl7pPr>
    <a:lvl8pPr indent="1600200" latinLnBrk="0">
      <a:defRPr sz="1400">
        <a:latin typeface="+mj-lt"/>
        <a:ea typeface="+mj-ea"/>
        <a:cs typeface="+mj-cs"/>
        <a:sym typeface="Arial" panose="020B0604020202020204"/>
      </a:defRPr>
    </a:lvl8pPr>
    <a:lvl9pPr indent="1828800" latinLnBrk="0">
      <a:defRPr sz="1400">
        <a:latin typeface="+mj-lt"/>
        <a:ea typeface="+mj-ea"/>
        <a:cs typeface="+mj-cs"/>
        <a:sym typeface="Arial" panose="020B0604020202020204"/>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6" name="Title Text"/>
          <p:cNvSpPr txBox="1">
            <a:spLocks noGrp="1"/>
          </p:cNvSpPr>
          <p:nvPr>
            <p:ph type="title" hasCustomPrompt="1"/>
          </p:nvPr>
        </p:nvSpPr>
        <p:spPr>
          <a:prstGeom prst="rect">
            <a:avLst/>
          </a:prstGeom>
        </p:spPr>
        <p:txBody>
          <a:bodyPr/>
          <a:lstStyle/>
          <a:p>
            <a:r>
              <a:t>Title Text</a:t>
            </a:r>
          </a:p>
        </p:txBody>
      </p:sp>
      <p:sp>
        <p:nvSpPr>
          <p:cNvPr id="27" name="Body Level One…"/>
          <p:cNvSpPr txBox="1">
            <a:spLocks noGrp="1"/>
          </p:cNvSpPr>
          <p:nvPr>
            <p:ph type="body" idx="1" hasCustomPrompt="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Google Shape;15;p7"/>
          <p:cNvSpPr/>
          <p:nvPr/>
        </p:nvSpPr>
        <p:spPr>
          <a:xfrm>
            <a:off x="0" y="0"/>
            <a:ext cx="9144000" cy="838200"/>
          </a:xfrm>
          <a:prstGeom prst="rect">
            <a:avLst/>
          </a:prstGeom>
          <a:solidFill>
            <a:srgbClr val="FF3300"/>
          </a:solidFill>
          <a:ln w="12700">
            <a:miter lim="400000"/>
          </a:ln>
        </p:spPr>
        <p:txBody>
          <a:bodyPr lIns="45719" rIns="45719" anchor="ctr"/>
          <a:lstStyle/>
          <a:p>
            <a:pPr>
              <a:defRPr sz="1800">
                <a:latin typeface="Calibri" panose="020F0502020204030204"/>
                <a:ea typeface="Calibri" panose="020F0502020204030204"/>
                <a:cs typeface="Calibri" panose="020F0502020204030204"/>
                <a:sym typeface="Calibri" panose="020F0502020204030204"/>
              </a:defRPr>
            </a:pPr>
            <a:endParaRPr/>
          </a:p>
        </p:txBody>
      </p:sp>
      <p:sp>
        <p:nvSpPr>
          <p:cNvPr id="3" name="Google Shape;16;p7"/>
          <p:cNvSpPr/>
          <p:nvPr/>
        </p:nvSpPr>
        <p:spPr>
          <a:xfrm rot="10800000" flipH="1">
            <a:off x="0" y="6705600"/>
            <a:ext cx="9144000" cy="198117"/>
          </a:xfrm>
          <a:prstGeom prst="rect">
            <a:avLst/>
          </a:prstGeom>
          <a:solidFill>
            <a:srgbClr val="FF0000"/>
          </a:solidFill>
          <a:ln w="12700">
            <a:miter lim="400000"/>
          </a:ln>
        </p:spPr>
        <p:txBody>
          <a:bodyPr lIns="45719" rIns="45719" anchor="ctr"/>
          <a:lstStyle/>
          <a:p>
            <a:pPr>
              <a:defRPr sz="1800">
                <a:latin typeface="Calibri" panose="020F0502020204030204"/>
                <a:ea typeface="Calibri" panose="020F0502020204030204"/>
                <a:cs typeface="Calibri" panose="020F0502020204030204"/>
                <a:sym typeface="Calibri" panose="020F0502020204030204"/>
              </a:defRPr>
            </a:pPr>
            <a:endParaRPr/>
          </a:p>
        </p:txBody>
      </p:sp>
      <p:pic>
        <p:nvPicPr>
          <p:cNvPr id="4" name="Google Shape;17;p7" descr="Google Shape;17;p7"/>
          <p:cNvPicPr>
            <a:picLocks noChangeAspect="1"/>
          </p:cNvPicPr>
          <p:nvPr/>
        </p:nvPicPr>
        <p:blipFill>
          <a:blip r:embed="rId3"/>
          <a:srcRect b="10713"/>
          <a:stretch>
            <a:fillRect/>
          </a:stretch>
        </p:blipFill>
        <p:spPr>
          <a:xfrm>
            <a:off x="6553200" y="228600"/>
            <a:ext cx="2057400" cy="635000"/>
          </a:xfrm>
          <a:prstGeom prst="rect">
            <a:avLst/>
          </a:prstGeom>
          <a:ln w="12700">
            <a:miter lim="400000"/>
            <a:headEnd/>
            <a:tailEnd/>
          </a:ln>
        </p:spPr>
      </p:pic>
      <p:pic>
        <p:nvPicPr>
          <p:cNvPr id="5" name="Google Shape;18;p7" descr="Google Shape;18;p7"/>
          <p:cNvPicPr>
            <a:picLocks noChangeAspect="1"/>
          </p:cNvPicPr>
          <p:nvPr/>
        </p:nvPicPr>
        <p:blipFill>
          <a:blip r:embed="rId3"/>
          <a:srcRect b="10713"/>
          <a:stretch>
            <a:fillRect/>
          </a:stretch>
        </p:blipFill>
        <p:spPr>
          <a:xfrm>
            <a:off x="6553200" y="228600"/>
            <a:ext cx="2057400" cy="635000"/>
          </a:xfrm>
          <a:prstGeom prst="rect">
            <a:avLst/>
          </a:prstGeom>
          <a:ln w="12700">
            <a:miter lim="400000"/>
            <a:headEnd/>
            <a:tailEnd/>
          </a:ln>
        </p:spPr>
      </p:pic>
      <p:grpSp>
        <p:nvGrpSpPr>
          <p:cNvPr id="9" name="Google Shape;19;p7"/>
          <p:cNvGrpSpPr/>
          <p:nvPr/>
        </p:nvGrpSpPr>
        <p:grpSpPr>
          <a:xfrm>
            <a:off x="6146800" y="-1"/>
            <a:ext cx="2997200" cy="876301"/>
            <a:chOff x="0" y="0"/>
            <a:chExt cx="2997200" cy="876300"/>
          </a:xfrm>
        </p:grpSpPr>
        <p:sp>
          <p:nvSpPr>
            <p:cNvPr id="6" name="Google Shape;20;p7"/>
            <p:cNvSpPr/>
            <p:nvPr/>
          </p:nvSpPr>
          <p:spPr>
            <a:xfrm>
              <a:off x="0" y="-1"/>
              <a:ext cx="2997200" cy="838201"/>
            </a:xfrm>
            <a:prstGeom prst="rect">
              <a:avLst/>
            </a:prstGeom>
            <a:solidFill>
              <a:srgbClr val="FF3300"/>
            </a:solidFill>
            <a:ln w="12700" cap="flat">
              <a:noFill/>
              <a:miter lim="400000"/>
            </a:ln>
            <a:effectLst/>
          </p:spPr>
          <p:txBody>
            <a:bodyPr wrap="square" lIns="45719" tIns="45719" rIns="45719" bIns="45719" numCol="1" anchor="ctr">
              <a:noAutofit/>
            </a:bodyPr>
            <a:lstStyle/>
            <a:p>
              <a:pPr>
                <a:defRPr sz="1800">
                  <a:latin typeface="Calibri" panose="020F0502020204030204"/>
                  <a:ea typeface="Calibri" panose="020F0502020204030204"/>
                  <a:cs typeface="Calibri" panose="020F0502020204030204"/>
                  <a:sym typeface="Calibri" panose="020F0502020204030204"/>
                </a:defRPr>
              </a:pPr>
              <a:endParaRPr/>
            </a:p>
          </p:txBody>
        </p:sp>
        <p:pic>
          <p:nvPicPr>
            <p:cNvPr id="7" name="Google Shape;21;p7" descr="Google Shape;21;p7"/>
            <p:cNvPicPr>
              <a:picLocks noChangeAspect="1"/>
            </p:cNvPicPr>
            <p:nvPr/>
          </p:nvPicPr>
          <p:blipFill>
            <a:blip r:embed="rId3"/>
            <a:srcRect b="10713"/>
            <a:stretch>
              <a:fillRect/>
            </a:stretch>
          </p:blipFill>
          <p:spPr>
            <a:xfrm>
              <a:off x="406400" y="228600"/>
              <a:ext cx="2057400" cy="635000"/>
            </a:xfrm>
            <a:prstGeom prst="rect">
              <a:avLst/>
            </a:prstGeom>
            <a:ln w="12700" cap="flat">
              <a:noFill/>
              <a:miter lim="400000"/>
              <a:headEnd/>
              <a:tailEnd/>
            </a:ln>
            <a:effectLst/>
          </p:spPr>
        </p:pic>
        <p:sp>
          <p:nvSpPr>
            <p:cNvPr id="8" name="Google Shape;22;p7"/>
            <p:cNvSpPr/>
            <p:nvPr/>
          </p:nvSpPr>
          <p:spPr>
            <a:xfrm>
              <a:off x="381000" y="190500"/>
              <a:ext cx="2076450" cy="685800"/>
            </a:xfrm>
            <a:prstGeom prst="rect">
              <a:avLst/>
            </a:prstGeom>
            <a:solidFill>
              <a:srgbClr val="FFFFFF"/>
            </a:solidFill>
            <a:ln w="12700" cap="flat">
              <a:noFill/>
              <a:miter lim="400000"/>
            </a:ln>
            <a:effectLst/>
          </p:spPr>
          <p:txBody>
            <a:bodyPr wrap="square" lIns="45719" tIns="45719" rIns="45719" bIns="45719" numCol="1" anchor="ctr">
              <a:noAutofit/>
            </a:bodyPr>
            <a:lstStyle/>
            <a:p>
              <a:pPr algn="ctr">
                <a:defRPr sz="1800">
                  <a:solidFill>
                    <a:srgbClr val="FFFFFF"/>
                  </a:solidFill>
                </a:defRPr>
              </a:pPr>
              <a:endParaRPr/>
            </a:p>
          </p:txBody>
        </p:sp>
      </p:grpSp>
      <p:pic>
        <p:nvPicPr>
          <p:cNvPr id="10" name="Google Shape;23;p7" descr="Google Shape;23;p7"/>
          <p:cNvPicPr>
            <a:picLocks noChangeAspect="1"/>
          </p:cNvPicPr>
          <p:nvPr/>
        </p:nvPicPr>
        <p:blipFill>
          <a:blip r:embed="rId4"/>
          <a:stretch>
            <a:fillRect/>
          </a:stretch>
        </p:blipFill>
        <p:spPr>
          <a:xfrm>
            <a:off x="6553200" y="228600"/>
            <a:ext cx="1920875" cy="609600"/>
          </a:xfrm>
          <a:prstGeom prst="rect">
            <a:avLst/>
          </a:prstGeom>
          <a:ln w="12700">
            <a:miter lim="400000"/>
            <a:headEnd/>
            <a:tailEnd/>
          </a:ln>
        </p:spPr>
      </p:pic>
      <p:pic>
        <p:nvPicPr>
          <p:cNvPr id="11" name="Google Shape;25;p8" descr="Google Shape;25;p8"/>
          <p:cNvPicPr>
            <a:picLocks noChangeAspect="1"/>
          </p:cNvPicPr>
          <p:nvPr/>
        </p:nvPicPr>
        <p:blipFill>
          <a:blip r:embed="rId3"/>
          <a:srcRect b="10713"/>
          <a:stretch>
            <a:fillRect/>
          </a:stretch>
        </p:blipFill>
        <p:spPr>
          <a:xfrm>
            <a:off x="6553200" y="228600"/>
            <a:ext cx="2057400" cy="635000"/>
          </a:xfrm>
          <a:prstGeom prst="rect">
            <a:avLst/>
          </a:prstGeom>
          <a:ln w="12700">
            <a:miter lim="400000"/>
            <a:headEnd/>
            <a:tailEnd/>
          </a:ln>
        </p:spPr>
      </p:pic>
      <p:grpSp>
        <p:nvGrpSpPr>
          <p:cNvPr id="15" name="Google Shape;26;p8"/>
          <p:cNvGrpSpPr/>
          <p:nvPr/>
        </p:nvGrpSpPr>
        <p:grpSpPr>
          <a:xfrm>
            <a:off x="6146800" y="-1"/>
            <a:ext cx="2997200" cy="876301"/>
            <a:chOff x="0" y="0"/>
            <a:chExt cx="2997200" cy="876300"/>
          </a:xfrm>
        </p:grpSpPr>
        <p:sp>
          <p:nvSpPr>
            <p:cNvPr id="12" name="Google Shape;27;p8"/>
            <p:cNvSpPr/>
            <p:nvPr/>
          </p:nvSpPr>
          <p:spPr>
            <a:xfrm>
              <a:off x="0" y="-1"/>
              <a:ext cx="2997200" cy="838201"/>
            </a:xfrm>
            <a:prstGeom prst="rect">
              <a:avLst/>
            </a:prstGeom>
            <a:solidFill>
              <a:srgbClr val="FF3300"/>
            </a:solidFill>
            <a:ln w="12700" cap="flat">
              <a:noFill/>
              <a:miter lim="400000"/>
            </a:ln>
            <a:effectLst/>
          </p:spPr>
          <p:txBody>
            <a:bodyPr wrap="square" lIns="45719" tIns="45719" rIns="45719" bIns="45719" numCol="1" anchor="ctr">
              <a:noAutofit/>
            </a:bodyPr>
            <a:lstStyle/>
            <a:p>
              <a:pPr>
                <a:defRPr sz="1800">
                  <a:latin typeface="Calibri" panose="020F0502020204030204"/>
                  <a:ea typeface="Calibri" panose="020F0502020204030204"/>
                  <a:cs typeface="Calibri" panose="020F0502020204030204"/>
                  <a:sym typeface="Calibri" panose="020F0502020204030204"/>
                </a:defRPr>
              </a:pPr>
              <a:endParaRPr/>
            </a:p>
          </p:txBody>
        </p:sp>
        <p:pic>
          <p:nvPicPr>
            <p:cNvPr id="13" name="Google Shape;28;p8" descr="Google Shape;28;p8"/>
            <p:cNvPicPr>
              <a:picLocks noChangeAspect="1"/>
            </p:cNvPicPr>
            <p:nvPr/>
          </p:nvPicPr>
          <p:blipFill>
            <a:blip r:embed="rId3"/>
            <a:srcRect b="10713"/>
            <a:stretch>
              <a:fillRect/>
            </a:stretch>
          </p:blipFill>
          <p:spPr>
            <a:xfrm>
              <a:off x="406400" y="228600"/>
              <a:ext cx="2057400" cy="635000"/>
            </a:xfrm>
            <a:prstGeom prst="rect">
              <a:avLst/>
            </a:prstGeom>
            <a:ln w="12700" cap="flat">
              <a:noFill/>
              <a:miter lim="400000"/>
              <a:headEnd/>
              <a:tailEnd/>
            </a:ln>
            <a:effectLst/>
          </p:spPr>
        </p:pic>
        <p:sp>
          <p:nvSpPr>
            <p:cNvPr id="14" name="Google Shape;29;p8"/>
            <p:cNvSpPr/>
            <p:nvPr/>
          </p:nvSpPr>
          <p:spPr>
            <a:xfrm>
              <a:off x="381000" y="190500"/>
              <a:ext cx="2076450" cy="685800"/>
            </a:xfrm>
            <a:prstGeom prst="rect">
              <a:avLst/>
            </a:prstGeom>
            <a:solidFill>
              <a:srgbClr val="FFFFFF"/>
            </a:solidFill>
            <a:ln w="12700" cap="flat">
              <a:noFill/>
              <a:miter lim="400000"/>
            </a:ln>
            <a:effectLst/>
          </p:spPr>
          <p:txBody>
            <a:bodyPr wrap="square" lIns="45719" tIns="45719" rIns="45719" bIns="45719" numCol="1" anchor="ctr">
              <a:noAutofit/>
            </a:bodyPr>
            <a:lstStyle/>
            <a:p>
              <a:pPr algn="ctr">
                <a:defRPr sz="1800">
                  <a:solidFill>
                    <a:srgbClr val="FFFFFF"/>
                  </a:solidFill>
                </a:defRPr>
              </a:pPr>
              <a:endParaRPr/>
            </a:p>
          </p:txBody>
        </p:sp>
      </p:grpSp>
      <p:pic>
        <p:nvPicPr>
          <p:cNvPr id="16" name="Google Shape;30;p8" descr="Google Shape;30;p8"/>
          <p:cNvPicPr>
            <a:picLocks noChangeAspect="1"/>
          </p:cNvPicPr>
          <p:nvPr/>
        </p:nvPicPr>
        <p:blipFill>
          <a:blip r:embed="rId4"/>
          <a:stretch>
            <a:fillRect/>
          </a:stretch>
        </p:blipFill>
        <p:spPr>
          <a:xfrm>
            <a:off x="6553200" y="228600"/>
            <a:ext cx="1920875" cy="609600"/>
          </a:xfrm>
          <a:prstGeom prst="rect">
            <a:avLst/>
          </a:prstGeom>
          <a:ln w="12700">
            <a:miter lim="400000"/>
            <a:headEnd/>
            <a:tailEnd/>
          </a:ln>
        </p:spPr>
      </p:pic>
      <p:sp>
        <p:nvSpPr>
          <p:cNvPr id="17" name="Title Text"/>
          <p:cNvSpPr txBox="1">
            <a:spLocks noGrp="1"/>
          </p:cNvSpPr>
          <p:nvPr>
            <p:ph type="title"/>
          </p:nvPr>
        </p:nvSpPr>
        <p:spPr>
          <a:xfrm>
            <a:off x="0" y="0"/>
            <a:ext cx="6477000" cy="838200"/>
          </a:xfrm>
          <a:prstGeom prst="rect">
            <a:avLst/>
          </a:prstGeom>
          <a:ln w="12700">
            <a:miter lim="400000"/>
          </a:ln>
        </p:spPr>
        <p:txBody>
          <a:bodyPr lIns="45699" tIns="45699" rIns="45699" bIns="45699" anchor="ctr">
            <a:normAutofit/>
          </a:bodyPr>
          <a:lstStyle/>
          <a:p>
            <a:r>
              <a:t>Title Text</a:t>
            </a:r>
          </a:p>
        </p:txBody>
      </p:sp>
      <p:sp>
        <p:nvSpPr>
          <p:cNvPr id="18" name="Body Level One…"/>
          <p:cNvSpPr txBox="1">
            <a:spLocks noGrp="1"/>
          </p:cNvSpPr>
          <p:nvPr>
            <p:ph type="body" idx="1"/>
          </p:nvPr>
        </p:nvSpPr>
        <p:spPr>
          <a:xfrm>
            <a:off x="457200" y="1371600"/>
            <a:ext cx="8229600" cy="4525963"/>
          </a:xfrm>
          <a:prstGeom prst="rect">
            <a:avLst/>
          </a:prstGeom>
          <a:ln w="12700">
            <a:miter lim="400000"/>
          </a:ln>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
        <p:nvSpPr>
          <p:cNvPr id="19" name="Slide Number"/>
          <p:cNvSpPr txBox="1">
            <a:spLocks noGrp="1"/>
          </p:cNvSpPr>
          <p:nvPr>
            <p:ph type="sldNum" sz="quarter" idx="2"/>
          </p:nvPr>
        </p:nvSpPr>
        <p:spPr>
          <a:xfrm>
            <a:off x="8428216" y="6414780"/>
            <a:ext cx="258585" cy="248265"/>
          </a:xfrm>
          <a:prstGeom prst="rect">
            <a:avLst/>
          </a:prstGeom>
          <a:ln w="12700">
            <a:miter lim="400000"/>
          </a:ln>
        </p:spPr>
        <p:txBody>
          <a:bodyPr wrap="none" lIns="45699" tIns="45699" rIns="45699" bIns="45699" anchor="ctr">
            <a:spAutoFit/>
          </a:bodyPr>
          <a:lstStyle>
            <a:lvl1pPr algn="r">
              <a:defRPr sz="1200">
                <a:solidFill>
                  <a:srgbClr val="898989"/>
                </a:solidFill>
                <a:latin typeface="Calibri" panose="020F0502020204030204"/>
                <a:ea typeface="Calibri" panose="020F0502020204030204"/>
                <a:cs typeface="Calibri" panose="020F0502020204030204"/>
                <a:sym typeface="Calibri" panose="020F0502020204030204"/>
              </a:defRPr>
            </a:lvl1pPr>
          </a:lstStyle>
          <a:p>
            <a:fld id="{86CB4B4D-7CA3-9044-876B-883B54F8677D}"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914400" rtl="0" latinLnBrk="0">
        <a:lnSpc>
          <a:spcPct val="100000"/>
        </a:lnSpc>
        <a:spcBef>
          <a:spcPts val="0"/>
        </a:spcBef>
        <a:spcAft>
          <a:spcPts val="0"/>
        </a:spcAft>
        <a:buClrTx/>
        <a:buSzTx/>
        <a:buFontTx/>
        <a:buNone/>
        <a:defRPr sz="30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1pPr>
      <a:lvl2pPr marL="0" marR="0" indent="0" algn="ctr" defTabSz="914400" rtl="0" latinLnBrk="0">
        <a:lnSpc>
          <a:spcPct val="100000"/>
        </a:lnSpc>
        <a:spcBef>
          <a:spcPts val="0"/>
        </a:spcBef>
        <a:spcAft>
          <a:spcPts val="0"/>
        </a:spcAft>
        <a:buClrTx/>
        <a:buSzTx/>
        <a:buFontTx/>
        <a:buNone/>
        <a:defRPr sz="30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2pPr>
      <a:lvl3pPr marL="0" marR="0" indent="0" algn="ctr" defTabSz="914400" rtl="0" latinLnBrk="0">
        <a:lnSpc>
          <a:spcPct val="100000"/>
        </a:lnSpc>
        <a:spcBef>
          <a:spcPts val="0"/>
        </a:spcBef>
        <a:spcAft>
          <a:spcPts val="0"/>
        </a:spcAft>
        <a:buClrTx/>
        <a:buSzTx/>
        <a:buFontTx/>
        <a:buNone/>
        <a:defRPr sz="30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3pPr>
      <a:lvl4pPr marL="0" marR="0" indent="0" algn="ctr" defTabSz="914400" rtl="0" latinLnBrk="0">
        <a:lnSpc>
          <a:spcPct val="100000"/>
        </a:lnSpc>
        <a:spcBef>
          <a:spcPts val="0"/>
        </a:spcBef>
        <a:spcAft>
          <a:spcPts val="0"/>
        </a:spcAft>
        <a:buClrTx/>
        <a:buSzTx/>
        <a:buFontTx/>
        <a:buNone/>
        <a:defRPr sz="30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4pPr>
      <a:lvl5pPr marL="0" marR="0" indent="0" algn="ctr" defTabSz="914400" rtl="0" latinLnBrk="0">
        <a:lnSpc>
          <a:spcPct val="100000"/>
        </a:lnSpc>
        <a:spcBef>
          <a:spcPts val="0"/>
        </a:spcBef>
        <a:spcAft>
          <a:spcPts val="0"/>
        </a:spcAft>
        <a:buClrTx/>
        <a:buSzTx/>
        <a:buFontTx/>
        <a:buNone/>
        <a:defRPr sz="30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5pPr>
      <a:lvl6pPr marL="0" marR="0" indent="0" algn="ctr" defTabSz="914400" rtl="0" latinLnBrk="0">
        <a:lnSpc>
          <a:spcPct val="100000"/>
        </a:lnSpc>
        <a:spcBef>
          <a:spcPts val="0"/>
        </a:spcBef>
        <a:spcAft>
          <a:spcPts val="0"/>
        </a:spcAft>
        <a:buClrTx/>
        <a:buSzTx/>
        <a:buFontTx/>
        <a:buNone/>
        <a:defRPr sz="30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6pPr>
      <a:lvl7pPr marL="0" marR="0" indent="0" algn="ctr" defTabSz="914400" rtl="0" latinLnBrk="0">
        <a:lnSpc>
          <a:spcPct val="100000"/>
        </a:lnSpc>
        <a:spcBef>
          <a:spcPts val="0"/>
        </a:spcBef>
        <a:spcAft>
          <a:spcPts val="0"/>
        </a:spcAft>
        <a:buClrTx/>
        <a:buSzTx/>
        <a:buFontTx/>
        <a:buNone/>
        <a:defRPr sz="30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7pPr>
      <a:lvl8pPr marL="0" marR="0" indent="0" algn="ctr" defTabSz="914400" rtl="0" latinLnBrk="0">
        <a:lnSpc>
          <a:spcPct val="100000"/>
        </a:lnSpc>
        <a:spcBef>
          <a:spcPts val="0"/>
        </a:spcBef>
        <a:spcAft>
          <a:spcPts val="0"/>
        </a:spcAft>
        <a:buClrTx/>
        <a:buSzTx/>
        <a:buFontTx/>
        <a:buNone/>
        <a:defRPr sz="30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8pPr>
      <a:lvl9pPr marL="0" marR="0" indent="0" algn="ctr" defTabSz="914400" rtl="0" latinLnBrk="0">
        <a:lnSpc>
          <a:spcPct val="100000"/>
        </a:lnSpc>
        <a:spcBef>
          <a:spcPts val="0"/>
        </a:spcBef>
        <a:spcAft>
          <a:spcPts val="0"/>
        </a:spcAft>
        <a:buClrTx/>
        <a:buSzTx/>
        <a:buFontTx/>
        <a:buNone/>
        <a:defRPr sz="30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9pPr>
    </p:titleStyle>
    <p:bodyStyle>
      <a:lvl1pPr marL="457200" marR="0" indent="-342900" algn="l" defTabSz="914400" rtl="0" latinLnBrk="0">
        <a:lnSpc>
          <a:spcPct val="100000"/>
        </a:lnSpc>
        <a:spcBef>
          <a:spcPts val="300"/>
        </a:spcBef>
        <a:spcAft>
          <a:spcPts val="0"/>
        </a:spcAft>
        <a:buClr>
          <a:srgbClr val="000000"/>
        </a:buClr>
        <a:buSzPts val="3200"/>
        <a:buFont typeface="Arial" panose="020B0604020202020204"/>
        <a:buChar char="•"/>
        <a:defRPr sz="32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1pPr>
      <a:lvl2pPr marL="963295" marR="0" indent="-391795" algn="l" defTabSz="914400" rtl="0" latinLnBrk="0">
        <a:lnSpc>
          <a:spcPct val="100000"/>
        </a:lnSpc>
        <a:spcBef>
          <a:spcPts val="300"/>
        </a:spcBef>
        <a:spcAft>
          <a:spcPts val="0"/>
        </a:spcAft>
        <a:buClr>
          <a:srgbClr val="000000"/>
        </a:buClr>
        <a:buSzPts val="3200"/>
        <a:buFont typeface="Arial" panose="020B0604020202020204"/>
        <a:buChar char="–"/>
        <a:defRPr sz="32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2pPr>
      <a:lvl3pPr marL="1485900" marR="0" indent="-457200" algn="l" defTabSz="914400" rtl="0" latinLnBrk="0">
        <a:lnSpc>
          <a:spcPct val="100000"/>
        </a:lnSpc>
        <a:spcBef>
          <a:spcPts val="300"/>
        </a:spcBef>
        <a:spcAft>
          <a:spcPts val="0"/>
        </a:spcAft>
        <a:buClr>
          <a:srgbClr val="000000"/>
        </a:buClr>
        <a:buSzPts val="3200"/>
        <a:buFont typeface="Arial" panose="020B0604020202020204"/>
        <a:buChar char="•"/>
        <a:defRPr sz="32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3pPr>
      <a:lvl4pPr marL="2034540" marR="0" indent="-548640" algn="l" defTabSz="914400" rtl="0" latinLnBrk="0">
        <a:lnSpc>
          <a:spcPct val="100000"/>
        </a:lnSpc>
        <a:spcBef>
          <a:spcPts val="300"/>
        </a:spcBef>
        <a:spcAft>
          <a:spcPts val="0"/>
        </a:spcAft>
        <a:buClr>
          <a:srgbClr val="000000"/>
        </a:buClr>
        <a:buSzPts val="3200"/>
        <a:buFont typeface="Arial" panose="020B0604020202020204"/>
        <a:buChar char="–"/>
        <a:defRPr sz="32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4pPr>
      <a:lvl5pPr marL="2491740" marR="0" indent="-548640" algn="l" defTabSz="914400" rtl="0" latinLnBrk="0">
        <a:lnSpc>
          <a:spcPct val="100000"/>
        </a:lnSpc>
        <a:spcBef>
          <a:spcPts val="300"/>
        </a:spcBef>
        <a:spcAft>
          <a:spcPts val="0"/>
        </a:spcAft>
        <a:buClr>
          <a:srgbClr val="000000"/>
        </a:buClr>
        <a:buSzPts val="3200"/>
        <a:buFont typeface="Arial" panose="020B0604020202020204"/>
        <a:buChar char="»"/>
        <a:defRPr sz="32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5pPr>
      <a:lvl6pPr marL="2948940" marR="0" indent="-548640" algn="l" defTabSz="914400" rtl="0" latinLnBrk="0">
        <a:lnSpc>
          <a:spcPct val="100000"/>
        </a:lnSpc>
        <a:spcBef>
          <a:spcPts val="300"/>
        </a:spcBef>
        <a:spcAft>
          <a:spcPts val="0"/>
        </a:spcAft>
        <a:buClr>
          <a:srgbClr val="000000"/>
        </a:buClr>
        <a:buSzPts val="3200"/>
        <a:buFont typeface="Arial" panose="020B0604020202020204"/>
        <a:buChar char="•"/>
        <a:defRPr sz="32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6pPr>
      <a:lvl7pPr marL="3406140" marR="0" indent="-548640" algn="l" defTabSz="914400" rtl="0" latinLnBrk="0">
        <a:lnSpc>
          <a:spcPct val="100000"/>
        </a:lnSpc>
        <a:spcBef>
          <a:spcPts val="300"/>
        </a:spcBef>
        <a:spcAft>
          <a:spcPts val="0"/>
        </a:spcAft>
        <a:buClr>
          <a:srgbClr val="000000"/>
        </a:buClr>
        <a:buSzPts val="3200"/>
        <a:buFont typeface="Arial" panose="020B0604020202020204"/>
        <a:buChar char="•"/>
        <a:defRPr sz="32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7pPr>
      <a:lvl8pPr marL="3863340" marR="0" indent="-548640" algn="l" defTabSz="914400" rtl="0" latinLnBrk="0">
        <a:lnSpc>
          <a:spcPct val="100000"/>
        </a:lnSpc>
        <a:spcBef>
          <a:spcPts val="300"/>
        </a:spcBef>
        <a:spcAft>
          <a:spcPts val="0"/>
        </a:spcAft>
        <a:buClr>
          <a:srgbClr val="000000"/>
        </a:buClr>
        <a:buSzPts val="3200"/>
        <a:buFont typeface="Arial" panose="020B0604020202020204"/>
        <a:buChar char="•"/>
        <a:defRPr sz="32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8pPr>
      <a:lvl9pPr marL="4320540" marR="0" indent="-548640" algn="l" defTabSz="914400" rtl="0" latinLnBrk="0">
        <a:lnSpc>
          <a:spcPct val="100000"/>
        </a:lnSpc>
        <a:spcBef>
          <a:spcPts val="300"/>
        </a:spcBef>
        <a:spcAft>
          <a:spcPts val="0"/>
        </a:spcAft>
        <a:buClr>
          <a:srgbClr val="000000"/>
        </a:buClr>
        <a:buSzPts val="3200"/>
        <a:buFont typeface="Arial" panose="020B0604020202020204"/>
        <a:buChar char="•"/>
        <a:defRPr sz="32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1pPr>
      <a:lvl2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2pPr>
      <a:lvl3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3pPr>
      <a:lvl4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4pPr>
      <a:lvl5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5pPr>
      <a:lvl6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6pPr>
      <a:lvl7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7pPr>
      <a:lvl8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8pPr>
      <a:lvl9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Google Shape;44;p10"/>
          <p:cNvSpPr txBox="1">
            <a:spLocks noGrp="1"/>
          </p:cNvSpPr>
          <p:nvPr>
            <p:ph type="sldNum" sz="quarter" idx="2"/>
          </p:nvPr>
        </p:nvSpPr>
        <p:spPr>
          <a:xfrm>
            <a:off x="8532440" y="6582573"/>
            <a:ext cx="180301" cy="275427"/>
          </a:xfrm>
          <a:prstGeom prst="rect">
            <a:avLst/>
          </a:prstGeom>
        </p:spPr>
        <p:txBody>
          <a:bodyPr/>
          <a:lstStyle>
            <a:lvl1pPr>
              <a:defRPr>
                <a:latin typeface="Times New Roman" panose="02020603050405020304"/>
                <a:ea typeface="Times New Roman" panose="02020603050405020304"/>
                <a:cs typeface="Times New Roman" panose="02020603050405020304"/>
                <a:sym typeface="Times New Roman" panose="02020603050405020304"/>
              </a:defRPr>
            </a:lvl1pPr>
          </a:lstStyle>
          <a:p>
            <a:fld id="{86CB4B4D-7CA3-9044-876B-883B54F8677D}" type="slidenum">
              <a:rPr/>
              <a:t>1</a:t>
            </a:fld>
            <a:endParaRPr/>
          </a:p>
        </p:txBody>
      </p:sp>
      <p:sp>
        <p:nvSpPr>
          <p:cNvPr id="39" name="Google Shape;46;p10"/>
          <p:cNvSpPr txBox="1"/>
          <p:nvPr/>
        </p:nvSpPr>
        <p:spPr>
          <a:xfrm>
            <a:off x="-104376" y="935240"/>
            <a:ext cx="9027350" cy="6068487"/>
          </a:xfrm>
          <a:prstGeom prst="rect">
            <a:avLst/>
          </a:prstGeom>
          <a:ln w="12700">
            <a:miter lim="400000"/>
          </a:ln>
        </p:spPr>
        <p:txBody>
          <a:bodyPr lIns="33099" tIns="33099" rIns="33099" bIns="33099" anchor="ctr">
            <a:spAutoFit/>
          </a:bodyPr>
          <a:lstStyle/>
          <a:p>
            <a:pPr algn="ctr">
              <a:defRPr sz="2800" b="1">
                <a:solidFill>
                  <a:srgbClr val="002060"/>
                </a:solidFill>
                <a:latin typeface="Times New Roman" panose="02020603050405020304"/>
                <a:ea typeface="Times New Roman" panose="02020603050405020304"/>
                <a:cs typeface="Times New Roman" panose="02020603050405020304"/>
                <a:sym typeface="Times New Roman" panose="02020603050405020304"/>
              </a:defRPr>
            </a:pPr>
            <a:endParaRPr dirty="0"/>
          </a:p>
          <a:p>
            <a:pPr algn="ctr">
              <a:defRPr sz="2400" b="1">
                <a:solidFill>
                  <a:srgbClr val="FF0000"/>
                </a:solidFill>
                <a:latin typeface="Times New Roman" panose="02020603050405020304"/>
                <a:ea typeface="Times New Roman" panose="02020603050405020304"/>
                <a:cs typeface="Times New Roman" panose="02020603050405020304"/>
                <a:sym typeface="Times New Roman" panose="02020603050405020304"/>
              </a:defRPr>
            </a:pPr>
            <a:endParaRPr lang="en-US" sz="2400" dirty="0"/>
          </a:p>
          <a:p>
            <a:pPr algn="ctr">
              <a:defRPr sz="2400" b="1">
                <a:solidFill>
                  <a:srgbClr val="FF0000"/>
                </a:solidFill>
                <a:latin typeface="Times New Roman" panose="02020603050405020304"/>
                <a:ea typeface="Times New Roman" panose="02020603050405020304"/>
                <a:cs typeface="Times New Roman" panose="02020603050405020304"/>
                <a:sym typeface="Times New Roman" panose="02020603050405020304"/>
              </a:defRPr>
            </a:pPr>
            <a:r>
              <a:rPr lang="en-US" sz="2400" dirty="0" err="1"/>
              <a:t>TrueVoice</a:t>
            </a:r>
            <a:endParaRPr sz="3200" dirty="0"/>
          </a:p>
          <a:p>
            <a:pPr algn="ctr">
              <a:defRPr sz="2400" b="1">
                <a:solidFill>
                  <a:srgbClr val="FF0000"/>
                </a:solidFill>
                <a:latin typeface="Times New Roman" panose="02020603050405020304"/>
                <a:ea typeface="Times New Roman" panose="02020603050405020304"/>
                <a:cs typeface="Times New Roman" panose="02020603050405020304"/>
                <a:sym typeface="Times New Roman" panose="02020603050405020304"/>
              </a:defRPr>
            </a:pPr>
            <a:endParaRPr sz="3200" dirty="0"/>
          </a:p>
          <a:p>
            <a:pPr algn="ctr">
              <a:defRPr sz="2000" b="1">
                <a:solidFill>
                  <a:srgbClr val="1F497D"/>
                </a:solidFill>
                <a:latin typeface="Times New Roman" panose="02020603050405020304"/>
                <a:ea typeface="Times New Roman" panose="02020603050405020304"/>
                <a:cs typeface="Times New Roman" panose="02020603050405020304"/>
                <a:sym typeface="Times New Roman" panose="02020603050405020304"/>
              </a:defRPr>
            </a:pPr>
            <a:r>
              <a:rPr lang="en-IN" dirty="0"/>
              <a:t>Jatin Dhull </a:t>
            </a:r>
            <a:r>
              <a:rPr dirty="0"/>
              <a:t>, 231099</a:t>
            </a:r>
            <a:r>
              <a:rPr lang="en-IN" dirty="0"/>
              <a:t>0701</a:t>
            </a:r>
            <a:endParaRPr lang="en-US" dirty="0"/>
          </a:p>
          <a:p>
            <a:pPr algn="ctr">
              <a:defRPr sz="2000" b="1">
                <a:solidFill>
                  <a:srgbClr val="1F497D"/>
                </a:solidFill>
                <a:latin typeface="Times New Roman" panose="02020603050405020304"/>
                <a:ea typeface="Times New Roman" panose="02020603050405020304"/>
                <a:cs typeface="Times New Roman" panose="02020603050405020304"/>
                <a:sym typeface="Times New Roman" panose="02020603050405020304"/>
              </a:defRPr>
            </a:pPr>
            <a:r>
              <a:rPr lang="en-IN" dirty="0"/>
              <a:t>Navjot Singh</a:t>
            </a:r>
            <a:r>
              <a:rPr dirty="0"/>
              <a:t>, 231099</a:t>
            </a:r>
            <a:r>
              <a:rPr lang="en-IN" dirty="0"/>
              <a:t>0748</a:t>
            </a:r>
            <a:endParaRPr dirty="0"/>
          </a:p>
          <a:p>
            <a:pPr algn="ctr">
              <a:defRPr sz="2000" b="1">
                <a:solidFill>
                  <a:srgbClr val="1F497D"/>
                </a:solidFill>
                <a:latin typeface="Times New Roman" panose="02020603050405020304"/>
                <a:ea typeface="Times New Roman" panose="02020603050405020304"/>
                <a:cs typeface="Times New Roman" panose="02020603050405020304"/>
                <a:sym typeface="Times New Roman" panose="02020603050405020304"/>
              </a:defRPr>
            </a:pPr>
            <a:r>
              <a:rPr lang="en-IN" dirty="0"/>
              <a:t>Ashish</a:t>
            </a:r>
            <a:r>
              <a:rPr dirty="0"/>
              <a:t> , 231099</a:t>
            </a:r>
            <a:r>
              <a:rPr lang="en-IN" dirty="0"/>
              <a:t>1371</a:t>
            </a:r>
            <a:endParaRPr lang="en-US" dirty="0"/>
          </a:p>
          <a:p>
            <a:pPr algn="ctr">
              <a:defRPr sz="1800" b="1">
                <a:solidFill>
                  <a:srgbClr val="1F497D"/>
                </a:solidFill>
                <a:latin typeface="Times New Roman" panose="02020603050405020304"/>
                <a:ea typeface="Times New Roman" panose="02020603050405020304"/>
                <a:cs typeface="Times New Roman" panose="02020603050405020304"/>
                <a:sym typeface="Times New Roman" panose="02020603050405020304"/>
              </a:defRPr>
            </a:pPr>
            <a:endParaRPr dirty="0"/>
          </a:p>
          <a:p>
            <a:pPr algn="ctr">
              <a:defRPr sz="1800" b="1">
                <a:solidFill>
                  <a:srgbClr val="1F497D"/>
                </a:solidFill>
                <a:latin typeface="Times New Roman" panose="02020603050405020304"/>
                <a:ea typeface="Times New Roman" panose="02020603050405020304"/>
                <a:cs typeface="Times New Roman" panose="02020603050405020304"/>
                <a:sym typeface="Times New Roman" panose="02020603050405020304"/>
              </a:defRPr>
            </a:pPr>
            <a:r>
              <a:rPr dirty="0"/>
              <a:t>Class Group: G</a:t>
            </a:r>
            <a:r>
              <a:rPr lang="en-IN" dirty="0"/>
              <a:t>9</a:t>
            </a:r>
            <a:endParaRPr dirty="0"/>
          </a:p>
          <a:p>
            <a:pPr algn="ctr">
              <a:defRPr sz="1800" b="1">
                <a:solidFill>
                  <a:srgbClr val="1F497D"/>
                </a:solidFill>
                <a:latin typeface="Times New Roman" panose="02020603050405020304"/>
                <a:ea typeface="Times New Roman" panose="02020603050405020304"/>
                <a:cs typeface="Times New Roman" panose="02020603050405020304"/>
                <a:sym typeface="Times New Roman" panose="02020603050405020304"/>
              </a:defRPr>
            </a:pPr>
            <a:endParaRPr dirty="0"/>
          </a:p>
          <a:p>
            <a:pPr algn="ctr">
              <a:defRPr sz="1800" b="1">
                <a:solidFill>
                  <a:srgbClr val="1F497D"/>
                </a:solidFill>
                <a:latin typeface="Times New Roman" panose="02020603050405020304"/>
                <a:ea typeface="Times New Roman" panose="02020603050405020304"/>
                <a:cs typeface="Times New Roman" panose="02020603050405020304"/>
                <a:sym typeface="Times New Roman" panose="02020603050405020304"/>
              </a:defRPr>
            </a:pPr>
            <a:endParaRPr dirty="0"/>
          </a:p>
          <a:p>
            <a:pPr algn="ctr">
              <a:defRPr sz="1800" b="1">
                <a:solidFill>
                  <a:srgbClr val="C00000"/>
                </a:solidFill>
                <a:latin typeface="Times New Roman" panose="02020603050405020304"/>
                <a:ea typeface="Times New Roman" panose="02020603050405020304"/>
                <a:cs typeface="Times New Roman" panose="02020603050405020304"/>
                <a:sym typeface="Times New Roman" panose="02020603050405020304"/>
              </a:defRPr>
            </a:pPr>
            <a:r>
              <a:rPr dirty="0"/>
              <a:t>Project Guide Name (</a:t>
            </a:r>
            <a:r>
              <a:rPr lang="en-IN" dirty="0"/>
              <a:t>Full Stack</a:t>
            </a:r>
            <a:r>
              <a:rPr dirty="0"/>
              <a:t> Faculty Name):</a:t>
            </a:r>
          </a:p>
          <a:p>
            <a:pPr algn="ctr">
              <a:defRPr sz="1800" b="1">
                <a:solidFill>
                  <a:srgbClr val="1F497D"/>
                </a:solidFill>
                <a:latin typeface="Times New Roman" panose="02020603050405020304"/>
                <a:ea typeface="Times New Roman" panose="02020603050405020304"/>
                <a:cs typeface="Times New Roman" panose="02020603050405020304"/>
                <a:sym typeface="Times New Roman" panose="02020603050405020304"/>
              </a:defRPr>
            </a:pPr>
            <a:r>
              <a:rPr lang="en-IN" dirty="0"/>
              <a:t>Mr. Nurul Islam</a:t>
            </a:r>
            <a:endParaRPr dirty="0"/>
          </a:p>
          <a:p>
            <a:pPr algn="ctr">
              <a:defRPr sz="1800" b="1">
                <a:solidFill>
                  <a:srgbClr val="1F497D"/>
                </a:solidFill>
                <a:latin typeface="Times New Roman" panose="02020603050405020304"/>
                <a:ea typeface="Times New Roman" panose="02020603050405020304"/>
                <a:cs typeface="Times New Roman" panose="02020603050405020304"/>
                <a:sym typeface="Times New Roman" panose="02020603050405020304"/>
              </a:defRPr>
            </a:pPr>
            <a:r>
              <a:rPr lang="en-US" sz="1800" dirty="0">
                <a:sym typeface="Times New Roman" panose="02020603050405020304"/>
              </a:rPr>
              <a:t>Department of Computer Science and Engineering,  Chitkara University, Punjab</a:t>
            </a:r>
            <a:endParaRPr sz="3200" dirty="0"/>
          </a:p>
          <a:p>
            <a:pPr algn="ctr">
              <a:defRPr sz="3200" b="1">
                <a:solidFill>
                  <a:srgbClr val="FF0000"/>
                </a:solidFill>
                <a:latin typeface="Times New Roman" panose="02020603050405020304"/>
                <a:ea typeface="Times New Roman" panose="02020603050405020304"/>
                <a:cs typeface="Times New Roman" panose="02020603050405020304"/>
                <a:sym typeface="Times New Roman" panose="02020603050405020304"/>
              </a:defRPr>
            </a:pPr>
            <a:endParaRPr sz="3200" dirty="0"/>
          </a:p>
          <a:p>
            <a:pPr algn="ctr">
              <a:defRPr sz="3200" b="1">
                <a:solidFill>
                  <a:srgbClr val="FF0000"/>
                </a:solidFill>
                <a:latin typeface="Times New Roman" panose="02020603050405020304"/>
                <a:ea typeface="Times New Roman" panose="02020603050405020304"/>
                <a:cs typeface="Times New Roman" panose="02020603050405020304"/>
                <a:sym typeface="Times New Roman" panose="02020603050405020304"/>
              </a:defRPr>
            </a:pPr>
            <a:endParaRPr sz="3200" dirty="0"/>
          </a:p>
          <a:p>
            <a:pPr algn="ctr">
              <a:defRPr sz="4000" b="1">
                <a:solidFill>
                  <a:srgbClr val="FF0000"/>
                </a:solidFill>
                <a:latin typeface="Times New Roman" panose="02020603050405020304"/>
                <a:ea typeface="Times New Roman" panose="02020603050405020304"/>
                <a:cs typeface="Times New Roman" panose="02020603050405020304"/>
                <a:sym typeface="Times New Roman" panose="02020603050405020304"/>
              </a:defRPr>
            </a:pPr>
            <a:endParaRPr sz="3200" dirty="0"/>
          </a:p>
        </p:txBody>
      </p:sp>
      <p:sp>
        <p:nvSpPr>
          <p:cNvPr id="40" name="Google Shape;47;p10"/>
          <p:cNvSpPr txBox="1"/>
          <p:nvPr/>
        </p:nvSpPr>
        <p:spPr>
          <a:xfrm>
            <a:off x="1462091" y="982939"/>
            <a:ext cx="6219817" cy="954065"/>
          </a:xfrm>
          <a:prstGeom prst="rect">
            <a:avLst/>
          </a:prstGeom>
          <a:ln w="12700">
            <a:miter lim="400000"/>
          </a:ln>
        </p:spPr>
        <p:txBody>
          <a:bodyPr lIns="45699" tIns="45699" rIns="45699" bIns="45699">
            <a:spAutoFit/>
          </a:bodyPr>
          <a:lstStyle>
            <a:lvl1pPr algn="ctr">
              <a:defRPr sz="2800" b="1">
                <a:solidFill>
                  <a:srgbClr val="002060"/>
                </a:solidFill>
                <a:latin typeface="Times New Roman" panose="02020603050405020304"/>
                <a:ea typeface="Times New Roman" panose="02020603050405020304"/>
                <a:cs typeface="Times New Roman" panose="02020603050405020304"/>
                <a:sym typeface="Times New Roman" panose="02020603050405020304"/>
              </a:defRPr>
            </a:lvl1pPr>
          </a:lstStyle>
          <a:p>
            <a:r>
              <a:rPr lang="en-IN" dirty="0"/>
              <a:t>Full Stack</a:t>
            </a:r>
            <a:r>
              <a:rPr dirty="0"/>
              <a:t> Engineering</a:t>
            </a:r>
            <a:endParaRPr lang="en-US" dirty="0"/>
          </a:p>
          <a:p>
            <a:r>
              <a:rPr dirty="0"/>
              <a:t>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BookVault is a simple and modern web application designed to function as a digital library or online bookstore. Built using HTML, CSS, JavaScript, and Bootstrap, it offers a clean, responsive, and user-friendly interface that works seamlessly across all "/>
          <p:cNvSpPr txBox="1">
            <a:spLocks noGrp="1"/>
          </p:cNvSpPr>
          <p:nvPr>
            <p:ph type="body" idx="1"/>
          </p:nvPr>
        </p:nvSpPr>
        <p:spPr>
          <a:xfrm>
            <a:off x="474546" y="1158196"/>
            <a:ext cx="8229600" cy="5256584"/>
          </a:xfrm>
          <a:prstGeom prst="rect">
            <a:avLst/>
          </a:prstGeom>
        </p:spPr>
        <p:txBody>
          <a:bodyPr>
            <a:noAutofit/>
          </a:bodyPr>
          <a:lstStyle/>
          <a:p>
            <a:pPr marL="114300" indent="0" algn="just">
              <a:buNone/>
            </a:pPr>
            <a:r>
              <a:rPr lang="en-US" sz="2400" dirty="0" err="1"/>
              <a:t>TrueVoice</a:t>
            </a:r>
            <a:r>
              <a:rPr lang="en-US" sz="2400" dirty="0"/>
              <a:t> is a full-stack Social Media Platform designed to enable users to connect, share content, and interact in real time.</a:t>
            </a:r>
            <a:endParaRPr lang="en-US" alt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Frontend:</a:t>
            </a:r>
          </a:p>
          <a:p>
            <a:pPr marL="114300" indent="0" algn="just">
              <a:lnSpc>
                <a:spcPct val="90000"/>
              </a:lnSpc>
              <a:buFont typeface="Arial" panose="020B0604020202020204" pitchFamily="34" charset="0"/>
              <a:buNone/>
            </a:pPr>
            <a:r>
              <a:rPr lang="en-US" sz="2400" dirty="0"/>
              <a:t>The frontend is developed using </a:t>
            </a:r>
            <a:r>
              <a:rPr lang="en-US" sz="2400" b="1" dirty="0"/>
              <a:t>React.js and Tailwind CSS</a:t>
            </a:r>
            <a:r>
              <a:rPr lang="en-US" sz="2400" dirty="0"/>
              <a:t>, providing a responsive and dynamic user interface where users can create posts, upload media (images/videos), like and comment on posts, follow other users, and view a personalized news feed.</a:t>
            </a:r>
            <a:r>
              <a:rPr lang="en-IN" altLang="en-US" sz="2400" dirty="0">
                <a:latin typeface="Times New Roman" panose="02020603050405020304" pitchFamily="18" charset="0"/>
                <a:cs typeface="Times New Roman" panose="02020603050405020304" pitchFamily="18" charset="0"/>
              </a:rPr>
              <a:t> </a:t>
            </a:r>
          </a:p>
          <a:p>
            <a:pPr algn="just">
              <a:lnSpc>
                <a:spcPct val="9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Backend:</a:t>
            </a:r>
          </a:p>
          <a:p>
            <a:pPr marL="114300" indent="0" algn="just">
              <a:buFont typeface="Arial" panose="020B0604020202020204" pitchFamily="34" charset="0"/>
              <a:buNone/>
            </a:pPr>
            <a:r>
              <a:rPr lang="en-US" sz="2400" dirty="0"/>
              <a:t>The backend is built using </a:t>
            </a:r>
            <a:r>
              <a:rPr lang="en-US" sz="2400" b="1" dirty="0"/>
              <a:t>Node.js, Express.js, and MySQL</a:t>
            </a:r>
            <a:r>
              <a:rPr lang="en-US" sz="2400" dirty="0"/>
              <a:t>, which handles user authentication, post management, social interactions, notifications, and secure API communication. It ensures proper authorization so that only users can modify their own content and supports scalable data management.</a:t>
            </a:r>
            <a:endParaRPr lang="en-US" altLang="en-US" sz="2400" dirty="0">
              <a:latin typeface="Times New Roman" panose="02020603050405020304" pitchFamily="18" charset="0"/>
              <a:cs typeface="Times New Roman" panose="02020603050405020304" pitchFamily="18" charset="0"/>
            </a:endParaRPr>
          </a:p>
        </p:txBody>
      </p:sp>
      <p:sp>
        <p:nvSpPr>
          <p:cNvPr id="43" name="Slide Number"/>
          <p:cNvSpPr txBox="1">
            <a:spLocks noGrp="1"/>
          </p:cNvSpPr>
          <p:nvPr>
            <p:ph type="sldNum" sz="quarter" idx="2"/>
          </p:nvPr>
        </p:nvSpPr>
        <p:spPr>
          <a:xfrm>
            <a:off x="8505458" y="6414780"/>
            <a:ext cx="181343" cy="248265"/>
          </a:xfrm>
          <a:prstGeom prst="rect">
            <a:avLst/>
          </a:prstGeom>
        </p:spPr>
        <p:txBody>
          <a:bodyPr/>
          <a:lstStyle/>
          <a:p>
            <a:fld id="{86CB4B4D-7CA3-9044-876B-883B54F8677D}" type="slidenum">
              <a:rPr/>
              <a:t>2</a:t>
            </a:fld>
            <a:endParaRPr/>
          </a:p>
        </p:txBody>
      </p:sp>
      <p:sp>
        <p:nvSpPr>
          <p:cNvPr id="44" name="BookVault"/>
          <p:cNvSpPr txBox="1"/>
          <p:nvPr/>
        </p:nvSpPr>
        <p:spPr>
          <a:xfrm>
            <a:off x="1448390" y="116632"/>
            <a:ext cx="3332000" cy="584775"/>
          </a:xfrm>
          <a:prstGeom prst="rect">
            <a:avLst/>
          </a:prstGeom>
          <a:ln w="12700">
            <a:miter lim="400000"/>
          </a:ln>
        </p:spPr>
        <p:txBody>
          <a:bodyPr wrap="none" lIns="45719" rIns="45719">
            <a:spAutoFit/>
          </a:bodyPr>
          <a:lstStyle>
            <a:lvl1pPr>
              <a:defRPr sz="3800"/>
            </a:lvl1pPr>
          </a:lstStyle>
          <a:p>
            <a:r>
              <a:rPr lang="en-US" sz="2800" dirty="0"/>
              <a:t>              </a:t>
            </a:r>
            <a:r>
              <a:rPr lang="en-US" sz="3200" b="1" dirty="0" err="1">
                <a:latin typeface="Times New Roman" panose="02020603050405020304" pitchFamily="18" charset="0"/>
                <a:cs typeface="Times New Roman" panose="02020603050405020304" pitchFamily="18" charset="0"/>
              </a:rPr>
              <a:t>TrueVoice</a:t>
            </a:r>
            <a:endParaRPr lang="en-IN" altLang="en-US" sz="3200" b="1" dirty="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1"/>
          <p:cNvSpPr txBox="1">
            <a:spLocks noGrp="1"/>
          </p:cNvSpPr>
          <p:nvPr>
            <p:ph type="title"/>
          </p:nvPr>
        </p:nvSpPr>
        <p:spPr>
          <a:xfrm>
            <a:off x="0" y="0"/>
            <a:ext cx="6553200" cy="838200"/>
          </a:xfrm>
          <a:prstGeom prst="rect">
            <a:avLst/>
          </a:prstGeom>
        </p:spPr>
        <p:txBody>
          <a:bodyPr/>
          <a:lstStyle>
            <a:lvl1pPr>
              <a:defRPr sz="3200" b="1">
                <a:latin typeface="Times New Roman" panose="02020603050405020304"/>
                <a:ea typeface="Times New Roman" panose="02020603050405020304"/>
                <a:cs typeface="Times New Roman" panose="02020603050405020304"/>
                <a:sym typeface="Times New Roman" panose="02020603050405020304"/>
              </a:defRPr>
            </a:lvl1pPr>
          </a:lstStyle>
          <a:p>
            <a:r>
              <a:rPr dirty="0">
                <a:latin typeface="Times New Roman" panose="02020603050405020304" pitchFamily="18" charset="0"/>
                <a:cs typeface="Times New Roman" panose="02020603050405020304" pitchFamily="18" charset="0"/>
              </a:rPr>
              <a:t>Problem Statement</a:t>
            </a:r>
          </a:p>
        </p:txBody>
      </p:sp>
      <p:sp>
        <p:nvSpPr>
          <p:cNvPr id="47" name="Text Placeholder 2"/>
          <p:cNvSpPr txBox="1">
            <a:spLocks noGrp="1"/>
          </p:cNvSpPr>
          <p:nvPr>
            <p:ph type="body" idx="1"/>
          </p:nvPr>
        </p:nvSpPr>
        <p:spPr>
          <a:xfrm>
            <a:off x="296398" y="1052736"/>
            <a:ext cx="8365003" cy="5254154"/>
          </a:xfrm>
          <a:prstGeom prst="rect">
            <a:avLst/>
          </a:prstGeom>
        </p:spPr>
        <p:txBody>
          <a:bodyPr>
            <a:noAutofit/>
          </a:bodyPr>
          <a:lstStyle/>
          <a:p>
            <a:pPr>
              <a:buFont typeface="Arial" panose="020B0604020202020204" pitchFamily="34" charset="0"/>
              <a:buChar char="•"/>
            </a:pPr>
            <a:r>
              <a:rPr lang="en-US" sz="2400" dirty="0"/>
              <a:t>Communication and content sharing on digital platforms often lack </a:t>
            </a:r>
            <a:r>
              <a:rPr lang="en-US" sz="2400" b="1" dirty="0"/>
              <a:t>content ownership protection and real-time safety mechanisms</a:t>
            </a:r>
            <a:r>
              <a:rPr lang="en-US" sz="2400" dirty="0"/>
              <a:t>.</a:t>
            </a:r>
          </a:p>
          <a:p>
            <a:pPr>
              <a:buFont typeface="Arial" panose="020B0604020202020204" pitchFamily="34" charset="0"/>
              <a:buChar char="•"/>
            </a:pPr>
            <a:r>
              <a:rPr lang="en-US" sz="2400" dirty="0"/>
              <a:t>Many existing systems fail to provide </a:t>
            </a:r>
            <a:r>
              <a:rPr lang="en-US" sz="2400" b="1" dirty="0"/>
              <a:t>secure authentication, smooth user experience, and effective content moderation</a:t>
            </a:r>
            <a:r>
              <a:rPr lang="en-US" sz="2400" dirty="0"/>
              <a:t>.</a:t>
            </a:r>
          </a:p>
          <a:p>
            <a:pPr>
              <a:buFont typeface="Arial" panose="020B0604020202020204" pitchFamily="34" charset="0"/>
              <a:buChar char="•"/>
            </a:pPr>
            <a:r>
              <a:rPr lang="en-US" sz="2400" dirty="0"/>
              <a:t>Current platforms do not address </a:t>
            </a:r>
            <a:r>
              <a:rPr lang="en-US" sz="2400" b="1" dirty="0"/>
              <a:t>content theft</a:t>
            </a:r>
            <a:r>
              <a:rPr lang="en-US" sz="2400" dirty="0"/>
              <a:t>, where original creators are not credited for their work.</a:t>
            </a:r>
          </a:p>
          <a:p>
            <a:pPr>
              <a:buFont typeface="Arial" panose="020B0604020202020204" pitchFamily="34" charset="0"/>
              <a:buChar char="•"/>
            </a:pPr>
            <a:r>
              <a:rPr lang="en-US" sz="2400" dirty="0"/>
              <a:t>Handling </a:t>
            </a:r>
            <a:r>
              <a:rPr lang="en-US" sz="2400" b="1" dirty="0"/>
              <a:t>pile-on harassment (mass abusive comments)</a:t>
            </a:r>
            <a:r>
              <a:rPr lang="en-US" sz="2400" dirty="0"/>
              <a:t> is challenging due to lack of proactive monitoring tools.</a:t>
            </a:r>
          </a:p>
          <a:p>
            <a:pPr marL="114300" indent="0">
              <a:buNone/>
            </a:pPr>
            <a:r>
              <a:rPr lang="en-US" sz="2400" dirty="0"/>
              <a:t>The goal of this project is to develop </a:t>
            </a:r>
            <a:r>
              <a:rPr lang="en-US" sz="2400" dirty="0" err="1"/>
              <a:t>TrueVoice</a:t>
            </a:r>
            <a:r>
              <a:rPr lang="en-US" sz="2400" dirty="0"/>
              <a:t> — a unified social media platform that enables real-time interaction, secure communication, content fingerprinting for ownership protection, and an intelligent shield system to prevent harassment, ensuring a safe and user-friendly web experience.</a:t>
            </a:r>
            <a:endParaRPr lang="en-US" altLang="en-US" sz="2400" dirty="0">
              <a:effectLst/>
              <a:latin typeface="Times New Roman" panose="02020603050405020304" pitchFamily="18" charset="0"/>
              <a:cs typeface="Times New Roman" panose="02020603050405020304" pitchFamily="18" charset="0"/>
            </a:endParaRPr>
          </a:p>
        </p:txBody>
      </p:sp>
      <p:sp>
        <p:nvSpPr>
          <p:cNvPr id="48" name="Slide Number Placeholder 3"/>
          <p:cNvSpPr txBox="1">
            <a:spLocks noGrp="1"/>
          </p:cNvSpPr>
          <p:nvPr>
            <p:ph type="sldNum" sz="quarter" idx="2"/>
          </p:nvPr>
        </p:nvSpPr>
        <p:spPr>
          <a:xfrm>
            <a:off x="8505458" y="6414780"/>
            <a:ext cx="181343" cy="248265"/>
          </a:xfrm>
          <a:prstGeom prst="rect">
            <a:avLst/>
          </a:prstGeom>
        </p:spPr>
        <p:txBody>
          <a:bodyPr/>
          <a:lstStyle/>
          <a:p>
            <a:fld id="{86CB4B4D-7CA3-9044-876B-883B54F8677D}" type="slidenum">
              <a:rPr/>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Google Shape;60;p3"/>
          <p:cNvSpPr txBox="1">
            <a:spLocks noGrp="1"/>
          </p:cNvSpPr>
          <p:nvPr>
            <p:ph type="title"/>
          </p:nvPr>
        </p:nvSpPr>
        <p:spPr>
          <a:xfrm>
            <a:off x="-1" y="-1"/>
            <a:ext cx="6477127" cy="839402"/>
          </a:xfrm>
          <a:prstGeom prst="rect">
            <a:avLst/>
          </a:prstGeom>
        </p:spPr>
        <p:txBody>
          <a:bodyPr/>
          <a:lstStyle>
            <a:lvl1pPr>
              <a:defRPr sz="3200" b="1">
                <a:solidFill>
                  <a:srgbClr val="0C0C0C"/>
                </a:solidFill>
                <a:latin typeface="Times New Roman" panose="02020603050405020304"/>
                <a:ea typeface="Times New Roman" panose="02020603050405020304"/>
                <a:cs typeface="Times New Roman" panose="02020603050405020304"/>
                <a:sym typeface="Times New Roman" panose="02020603050405020304"/>
              </a:defRPr>
            </a:lvl1pPr>
          </a:lstStyle>
          <a:p>
            <a:r>
              <a:t>Proposed Solution</a:t>
            </a:r>
          </a:p>
        </p:txBody>
      </p:sp>
      <p:sp>
        <p:nvSpPr>
          <p:cNvPr id="51" name="Google Shape;62;p3"/>
          <p:cNvSpPr txBox="1">
            <a:spLocks noGrp="1"/>
          </p:cNvSpPr>
          <p:nvPr>
            <p:ph type="sldNum" sz="quarter" idx="2"/>
          </p:nvPr>
        </p:nvSpPr>
        <p:spPr>
          <a:xfrm>
            <a:off x="8505458" y="6414780"/>
            <a:ext cx="181343" cy="248265"/>
          </a:xfrm>
          <a:prstGeom prst="rect">
            <a:avLst/>
          </a:prstGeom>
        </p:spPr>
        <p:txBody>
          <a:bodyPr/>
          <a:lstStyle/>
          <a:p>
            <a:fld id="{86CB4B4D-7CA3-9044-876B-883B54F8677D}" type="slidenum">
              <a:rPr/>
              <a:t>4</a:t>
            </a:fld>
            <a:endParaRPr/>
          </a:p>
        </p:txBody>
      </p:sp>
      <p:sp>
        <p:nvSpPr>
          <p:cNvPr id="52" name="Rectangle 1"/>
          <p:cNvSpPr txBox="1">
            <a:spLocks noGrp="1"/>
          </p:cNvSpPr>
          <p:nvPr>
            <p:ph type="body" idx="1"/>
          </p:nvPr>
        </p:nvSpPr>
        <p:spPr>
          <a:xfrm>
            <a:off x="59202" y="-243408"/>
            <a:ext cx="9025596" cy="7632847"/>
          </a:xfrm>
          <a:prstGeom prst="rect">
            <a:avLst/>
          </a:prstGeom>
        </p:spPr>
        <p:txBody>
          <a:bodyPr lIns="45719" tIns="45719" rIns="45719" bIns="45719" anchor="ctr">
            <a:normAutofit/>
          </a:bodyPr>
          <a:lstStyle/>
          <a:p>
            <a:pPr marL="114300" indent="0" algn="just">
              <a:buNone/>
            </a:pPr>
            <a:endParaRPr lang="en-IN" altLang="en-US" sz="2400" dirty="0">
              <a:latin typeface="Times New Roman" panose="02020603050405020304" pitchFamily="18" charset="0"/>
              <a:cs typeface="Times New Roman" panose="02020603050405020304" pitchFamily="18" charset="0"/>
            </a:endParaRPr>
          </a:p>
          <a:p>
            <a:pPr marL="114300" indent="0" algn="just">
              <a:buNone/>
            </a:pPr>
            <a:r>
              <a:rPr lang="en-US" sz="2400" dirty="0"/>
              <a:t>To overcome limitations of existing platforms, this project proposes a full-stack social media application with frontend, backend, and intelligent safety systems.</a:t>
            </a:r>
          </a:p>
          <a:p>
            <a:pPr marL="114300" indent="0" algn="just">
              <a:buNone/>
            </a:pPr>
            <a:r>
              <a:rPr lang="en-US" altLang="en-US" sz="2400" dirty="0">
                <a:latin typeface="Times New Roman" panose="02020603050405020304" pitchFamily="18" charset="0"/>
                <a:cs typeface="Times New Roman" panose="02020603050405020304" pitchFamily="18" charset="0"/>
              </a:rPr>
              <a:t>Backend:</a:t>
            </a:r>
            <a:r>
              <a:rPr lang="en-IN" altLang="en-US" sz="2400" dirty="0">
                <a:latin typeface="Times New Roman" panose="02020603050405020304" pitchFamily="18" charset="0"/>
                <a:cs typeface="Times New Roman" panose="02020603050405020304" pitchFamily="18" charset="0"/>
              </a:rPr>
              <a:t> </a:t>
            </a:r>
            <a:r>
              <a:rPr lang="en-US" sz="2400" dirty="0"/>
              <a:t>Handles APIs, user data, and business logic using Node.js, Express, and MySQL with secure authentication.</a:t>
            </a:r>
            <a:endParaRPr lang="en-IN" altLang="en-US" sz="2400" dirty="0">
              <a:latin typeface="Times New Roman" panose="02020603050405020304" pitchFamily="18" charset="0"/>
              <a:cs typeface="Times New Roman" panose="02020603050405020304" pitchFamily="18" charset="0"/>
            </a:endParaRPr>
          </a:p>
          <a:p>
            <a:pPr marL="114300" indent="0" algn="just">
              <a:buNone/>
            </a:pPr>
            <a:r>
              <a:rPr lang="en-US" altLang="en-US" sz="2400" dirty="0">
                <a:latin typeface="Times New Roman" panose="02020603050405020304" pitchFamily="18" charset="0"/>
                <a:cs typeface="Times New Roman" panose="02020603050405020304" pitchFamily="18" charset="0"/>
              </a:rPr>
              <a:t>Frontend:</a:t>
            </a:r>
            <a:r>
              <a:rPr lang="en-IN" altLang="en-US" sz="2400" dirty="0">
                <a:latin typeface="Times New Roman" panose="02020603050405020304" pitchFamily="18" charset="0"/>
                <a:cs typeface="Times New Roman" panose="02020603050405020304" pitchFamily="18" charset="0"/>
              </a:rPr>
              <a:t> </a:t>
            </a:r>
            <a:r>
              <a:rPr lang="en-US" sz="2400" dirty="0"/>
              <a:t>Provides a user-friendly interface for creating posts, interacting with users, and managing profiles.</a:t>
            </a:r>
            <a:endParaRPr lang="en-IN" altLang="en-US" sz="2400" dirty="0">
              <a:latin typeface="Times New Roman" panose="02020603050405020304" pitchFamily="18" charset="0"/>
              <a:cs typeface="Times New Roman" panose="02020603050405020304" pitchFamily="18" charset="0"/>
            </a:endParaRPr>
          </a:p>
          <a:p>
            <a:pPr marL="114300" indent="0" algn="just">
              <a:buNone/>
            </a:pPr>
            <a:r>
              <a:rPr lang="en-US" altLang="en-US" sz="2400" dirty="0">
                <a:latin typeface="Times New Roman" panose="02020603050405020304" pitchFamily="18" charset="0"/>
                <a:cs typeface="Times New Roman" panose="02020603050405020304" pitchFamily="18" charset="0"/>
              </a:rPr>
              <a:t>Real-Time Communication:</a:t>
            </a:r>
            <a:r>
              <a:rPr lang="en-IN" altLang="en-US" sz="2400" dirty="0">
                <a:latin typeface="Times New Roman" panose="02020603050405020304" pitchFamily="18" charset="0"/>
                <a:cs typeface="Times New Roman" panose="02020603050405020304" pitchFamily="18" charset="0"/>
              </a:rPr>
              <a:t> </a:t>
            </a:r>
            <a:r>
              <a:rPr lang="en-US" sz="2400" dirty="0"/>
              <a:t>Uses </a:t>
            </a:r>
            <a:r>
              <a:rPr lang="en-US" sz="2400" dirty="0" err="1"/>
              <a:t>WebSockets</a:t>
            </a:r>
            <a:r>
              <a:rPr lang="en-US" sz="2400" dirty="0"/>
              <a:t> (Socket.IO) for instant updates and notifications.</a:t>
            </a:r>
          </a:p>
          <a:p>
            <a:pPr marL="114300" indent="0" algn="just">
              <a:buNone/>
            </a:pPr>
            <a:r>
              <a:rPr lang="en-US" sz="2400" dirty="0"/>
              <a:t>Content Protection: Uses SHA-256 fingerprinting to detect duplicates and credit original creators.</a:t>
            </a:r>
          </a:p>
          <a:p>
            <a:pPr marL="114300" indent="0" algn="just">
              <a:buNone/>
            </a:pPr>
            <a:r>
              <a:rPr lang="en-US" sz="2400" dirty="0"/>
              <a:t>Together, these components create a secure, scalable, and intelligent social media platform.</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Google Shape;60;p3"/>
          <p:cNvSpPr txBox="1">
            <a:spLocks noGrp="1"/>
          </p:cNvSpPr>
          <p:nvPr>
            <p:ph type="title"/>
          </p:nvPr>
        </p:nvSpPr>
        <p:spPr>
          <a:xfrm>
            <a:off x="-1" y="-1"/>
            <a:ext cx="6477127" cy="839402"/>
          </a:xfrm>
          <a:prstGeom prst="rect">
            <a:avLst/>
          </a:prstGeom>
        </p:spPr>
        <p:txBody>
          <a:bodyPr/>
          <a:lstStyle>
            <a:lvl1pPr>
              <a:defRPr sz="3200" b="1">
                <a:solidFill>
                  <a:srgbClr val="0C0C0C"/>
                </a:solidFill>
                <a:latin typeface="Times New Roman" panose="02020603050405020304"/>
                <a:ea typeface="Times New Roman" panose="02020603050405020304"/>
                <a:cs typeface="Times New Roman" panose="02020603050405020304"/>
                <a:sym typeface="Times New Roman" panose="02020603050405020304"/>
              </a:defRPr>
            </a:lvl1pPr>
          </a:lstStyle>
          <a:p>
            <a:r>
              <a:t>Functionalities</a:t>
            </a:r>
          </a:p>
        </p:txBody>
      </p:sp>
      <p:sp>
        <p:nvSpPr>
          <p:cNvPr id="56" name="Google Shape;62;p3"/>
          <p:cNvSpPr txBox="1">
            <a:spLocks noGrp="1"/>
          </p:cNvSpPr>
          <p:nvPr>
            <p:ph type="sldNum" sz="quarter" idx="2"/>
          </p:nvPr>
        </p:nvSpPr>
        <p:spPr>
          <a:xfrm>
            <a:off x="8505458" y="6414780"/>
            <a:ext cx="181343" cy="248265"/>
          </a:xfrm>
          <a:prstGeom prst="rect">
            <a:avLst/>
          </a:prstGeom>
        </p:spPr>
        <p:txBody>
          <a:bodyPr/>
          <a:lstStyle/>
          <a:p>
            <a:fld id="{86CB4B4D-7CA3-9044-876B-883B54F8677D}" type="slidenum">
              <a:rPr/>
              <a:t>5</a:t>
            </a:fld>
            <a:endParaRPr/>
          </a:p>
        </p:txBody>
      </p:sp>
      <p:sp>
        <p:nvSpPr>
          <p:cNvPr id="2" name="Text Placeholder 1"/>
          <p:cNvSpPr>
            <a:spLocks noGrp="1" noChangeArrowheads="1"/>
          </p:cNvSpPr>
          <p:nvPr>
            <p:ph type="body" idx="1"/>
          </p:nvPr>
        </p:nvSpPr>
        <p:spPr bwMode="auto">
          <a:xfrm>
            <a:off x="323528" y="545343"/>
            <a:ext cx="7920880" cy="652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114300" indent="0">
              <a:buNone/>
            </a:pPr>
            <a:endParaRPr lang="en-IN" sz="2400" dirty="0"/>
          </a:p>
          <a:p>
            <a:r>
              <a:rPr lang="en-US" altLang="en-US" sz="2400" dirty="0">
                <a:latin typeface="Times New Roman" panose="02020603050405020304" pitchFamily="18" charset="0"/>
                <a:cs typeface="Times New Roman" panose="02020603050405020304" pitchFamily="18" charset="0"/>
              </a:rPr>
              <a:t>User Module (Frontend) :</a:t>
            </a:r>
            <a:br>
              <a:rPr lang="en-US" altLang="en-US" sz="2400" dirty="0">
                <a:latin typeface="Times New Roman" panose="02020603050405020304" pitchFamily="18" charset="0"/>
                <a:cs typeface="Times New Roman" panose="02020603050405020304" pitchFamily="18" charset="0"/>
              </a:rPr>
            </a:br>
            <a:r>
              <a:rPr lang="en-US" sz="2400" dirty="0"/>
              <a:t>Create and share posts with text and media</a:t>
            </a:r>
            <a:br>
              <a:rPr lang="en-US" sz="2400" dirty="0"/>
            </a:br>
            <a:r>
              <a:rPr lang="en-US" sz="2400" dirty="0"/>
              <a:t>Like, comment, and interact with other users</a:t>
            </a:r>
            <a:br>
              <a:rPr lang="en-US" sz="2400" dirty="0"/>
            </a:br>
            <a:r>
              <a:rPr lang="en-US" sz="2400" dirty="0"/>
              <a:t>View personalized news feed and profiles</a:t>
            </a:r>
            <a:br>
              <a:rPr lang="en-US" sz="2400" dirty="0"/>
            </a:br>
            <a:r>
              <a:rPr lang="en-US" sz="2400" dirty="0"/>
              <a:t>Update profile and manage account settings</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Backend Services :</a:t>
            </a:r>
            <a:br>
              <a:rPr lang="en-US" altLang="en-US" sz="2400" dirty="0">
                <a:latin typeface="Times New Roman" panose="02020603050405020304" pitchFamily="18" charset="0"/>
                <a:cs typeface="Times New Roman" panose="02020603050405020304" pitchFamily="18" charset="0"/>
              </a:rPr>
            </a:br>
            <a:r>
              <a:rPr lang="en-US" sz="2400" dirty="0"/>
              <a:t>API endpoints for users, posts, and interactions</a:t>
            </a:r>
            <a:br>
              <a:rPr lang="en-US" sz="2400" dirty="0"/>
            </a:br>
            <a:r>
              <a:rPr lang="en-US" sz="2400" dirty="0"/>
              <a:t>Authentication and authorization using middleware (JWT)</a:t>
            </a:r>
            <a:br>
              <a:rPr lang="en-US" sz="2400" dirty="0"/>
            </a:br>
            <a:r>
              <a:rPr lang="en-US" sz="2400" dirty="0"/>
              <a:t>MySQL database for storing users, posts, and activity data</a:t>
            </a:r>
            <a:br>
              <a:rPr lang="en-US" sz="2400" dirty="0"/>
            </a:br>
            <a:r>
              <a:rPr lang="en-US" sz="2400" dirty="0"/>
              <a:t>Real-time notifications using </a:t>
            </a:r>
            <a:r>
              <a:rPr lang="en-US" sz="2400" dirty="0" err="1"/>
              <a:t>WebSockets</a:t>
            </a:r>
            <a:r>
              <a:rPr lang="en-US" sz="2400" dirty="0"/>
              <a:t> (Socket.IO)</a:t>
            </a:r>
            <a:endParaRPr lang="en-US" altLang="en-US" sz="2400" dirty="0">
              <a:latin typeface="Times New Roman" panose="02020603050405020304" pitchFamily="18" charset="0"/>
              <a:cs typeface="Times New Roman" panose="02020603050405020304" pitchFamily="18" charset="0"/>
            </a:endParaRPr>
          </a:p>
          <a:p>
            <a:r>
              <a:rPr lang="en-IN" sz="2400" dirty="0"/>
              <a:t>Content &amp; Safety Features :</a:t>
            </a:r>
            <a:br>
              <a:rPr lang="en-IN" sz="2400" dirty="0"/>
            </a:br>
            <a:r>
              <a:rPr lang="en-US" sz="2400" dirty="0"/>
              <a:t>Content fingerprinting for duplicate detection and credit attribution</a:t>
            </a:r>
            <a:br>
              <a:rPr lang="en-US" sz="2400" dirty="0"/>
            </a:br>
            <a:r>
              <a:rPr lang="en-US" sz="2400" dirty="0"/>
              <a:t>Shield system to monitor and control abusive comments</a:t>
            </a:r>
            <a:br>
              <a:rPr lang="en-US" sz="2400" dirty="0"/>
            </a:br>
            <a:r>
              <a:rPr lang="en-US" sz="2400" dirty="0"/>
              <a:t>Language filtering for safer user interactions</a:t>
            </a:r>
            <a:endParaRPr lang="en-US" altLang="en-US" sz="2400" dirty="0">
              <a:latin typeface="Times New Roman" panose="02020603050405020304" pitchFamily="18" charset="0"/>
              <a:cs typeface="Times New Roman" panose="02020603050405020304" pitchFamily="18" charset="0"/>
            </a:endParaRPr>
          </a:p>
          <a:p>
            <a:pPr marL="114300" indent="0">
              <a:buNone/>
            </a:pPr>
            <a:r>
              <a:rPr lang="en-IN" altLang="en-US" sz="2400" dirty="0">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Google Shape;60;p3"/>
          <p:cNvSpPr txBox="1">
            <a:spLocks noGrp="1"/>
          </p:cNvSpPr>
          <p:nvPr>
            <p:ph type="title"/>
          </p:nvPr>
        </p:nvSpPr>
        <p:spPr>
          <a:xfrm>
            <a:off x="-1" y="-1"/>
            <a:ext cx="6477127" cy="839402"/>
          </a:xfrm>
          <a:prstGeom prst="rect">
            <a:avLst/>
          </a:prstGeom>
        </p:spPr>
        <p:txBody>
          <a:bodyPr/>
          <a:lstStyle>
            <a:lvl1pPr>
              <a:defRPr sz="3200" b="1">
                <a:solidFill>
                  <a:srgbClr val="0C0C0C"/>
                </a:solidFill>
                <a:latin typeface="Times New Roman" panose="02020603050405020304"/>
                <a:ea typeface="Times New Roman" panose="02020603050405020304"/>
                <a:cs typeface="Times New Roman" panose="02020603050405020304"/>
                <a:sym typeface="Times New Roman" panose="02020603050405020304"/>
              </a:defRPr>
            </a:lvl1pPr>
          </a:lstStyle>
          <a:p>
            <a:r>
              <a:t>Methodology</a:t>
            </a:r>
          </a:p>
        </p:txBody>
      </p:sp>
      <p:sp>
        <p:nvSpPr>
          <p:cNvPr id="59" name="Google Shape;61;p3"/>
          <p:cNvSpPr txBox="1">
            <a:spLocks noGrp="1"/>
          </p:cNvSpPr>
          <p:nvPr>
            <p:ph type="body" idx="1"/>
          </p:nvPr>
        </p:nvSpPr>
        <p:spPr>
          <a:xfrm>
            <a:off x="3368" y="194955"/>
            <a:ext cx="8844300" cy="6468090"/>
          </a:xfrm>
          <a:prstGeom prst="rect">
            <a:avLst/>
          </a:prstGeom>
        </p:spPr>
        <p:txBody>
          <a:bodyPr>
            <a:noAutofit/>
          </a:bodyPr>
          <a:lstStyle>
            <a:lvl1pPr marL="0" indent="111760" defTabSz="895985">
              <a:spcBef>
                <a:spcPts val="200"/>
              </a:spcBef>
              <a:buSzTx/>
              <a:buNone/>
              <a:defRPr sz="1960">
                <a:solidFill>
                  <a:srgbClr val="374151"/>
                </a:solidFill>
                <a:latin typeface="Times New Roman" panose="02020603050405020304"/>
                <a:ea typeface="Times New Roman" panose="02020603050405020304"/>
                <a:cs typeface="Times New Roman" panose="02020603050405020304"/>
                <a:sym typeface="Times New Roman" panose="02020603050405020304"/>
              </a:defRPr>
            </a:lvl1pPr>
          </a:lstStyle>
          <a:p>
            <a:pPr algn="just"/>
            <a:br>
              <a:rPr lang="en-IN" sz="2400" dirty="0"/>
            </a:br>
            <a:endParaRPr lang="en-IN" sz="2400" dirty="0"/>
          </a:p>
          <a:p>
            <a:pPr indent="0" algn="just">
              <a:buFont typeface="Arial" panose="020B0604020202020204" pitchFamily="34" charset="0"/>
            </a:pPr>
            <a:r>
              <a:rPr lang="en-IN" altLang="en-US" sz="2400" dirty="0"/>
              <a:t> </a:t>
            </a:r>
            <a:r>
              <a:rPr lang="en-US" sz="2400" dirty="0"/>
              <a:t>The development follows a modular approach, dividing the system into frontend, backend, and intelligent service layers.</a:t>
            </a:r>
          </a:p>
          <a:p>
            <a:pPr marL="342900" indent="-342900" algn="just">
              <a:buFont typeface="Arial" panose="020B0604020202020204" pitchFamily="34" charset="0"/>
              <a:buChar char="•"/>
            </a:pPr>
            <a:r>
              <a:rPr lang="en-US" altLang="en-US" sz="2400" dirty="0"/>
              <a:t>Backend Development: </a:t>
            </a:r>
            <a:r>
              <a:rPr lang="en-US" sz="2400" dirty="0"/>
              <a:t>Built using Node.js and Express, with MySQL as the database to store users, posts, and interactions. Middleware is used for secure authentication and authorization (JWT) and efficient request handling.</a:t>
            </a:r>
            <a:endParaRPr lang="en-US" altLang="en-US" sz="2400" dirty="0"/>
          </a:p>
          <a:p>
            <a:pPr marL="342900" indent="-342900" algn="just">
              <a:buFont typeface="Arial" panose="020B0604020202020204" pitchFamily="34" charset="0"/>
              <a:buChar char="•"/>
            </a:pPr>
            <a:r>
              <a:rPr lang="en-US" altLang="en-US" sz="2400" dirty="0"/>
              <a:t>Frontend Development: </a:t>
            </a:r>
            <a:r>
              <a:rPr lang="en-US" sz="2400" dirty="0"/>
              <a:t>Developed using React and </a:t>
            </a:r>
            <a:r>
              <a:rPr lang="en-US" sz="2400" dirty="0" err="1"/>
              <a:t>TailwindCSS</a:t>
            </a:r>
            <a:r>
              <a:rPr lang="en-US" sz="2400" dirty="0"/>
              <a:t> to create a responsive and dynamic user interface, allowing users to create posts, interact, and manage their profiles.</a:t>
            </a:r>
            <a:endParaRPr lang="en-US" altLang="en-US" sz="2400" dirty="0"/>
          </a:p>
          <a:p>
            <a:pPr marL="342900" indent="-342900" algn="just">
              <a:buFont typeface="Arial" panose="020B0604020202020204" pitchFamily="34" charset="0"/>
              <a:buChar char="•"/>
            </a:pPr>
            <a:r>
              <a:rPr lang="en-US" altLang="en-US" sz="2400" dirty="0"/>
              <a:t>Real-Time Communication: </a:t>
            </a:r>
            <a:r>
              <a:rPr lang="en-US" sz="2400" dirty="0"/>
              <a:t>Implemented using </a:t>
            </a:r>
            <a:r>
              <a:rPr lang="en-US" sz="2400" dirty="0" err="1"/>
              <a:t>WebSockets</a:t>
            </a:r>
            <a:r>
              <a:rPr lang="en-US" sz="2400" dirty="0"/>
              <a:t> (Socket.IO) to ensure instant notifications and live updates without page refresh.</a:t>
            </a:r>
          </a:p>
          <a:p>
            <a:pPr marL="342900" indent="-342900" algn="just">
              <a:buFont typeface="Arial" panose="020B0604020202020204" pitchFamily="34" charset="0"/>
              <a:buChar char="•"/>
            </a:pPr>
            <a:r>
              <a:rPr lang="en-US" sz="2400" dirty="0"/>
              <a:t>Content &amp; Safety Services: Includes SHA-256 based content fingerprinting for duplicate detection and a real-time shield system to monitor and control abusive interactions.</a:t>
            </a:r>
          </a:p>
          <a:p>
            <a:pPr marL="342900" indent="-342900" algn="just">
              <a:buFont typeface="Arial" panose="020B0604020202020204" pitchFamily="34" charset="0"/>
              <a:buChar char="•"/>
            </a:pPr>
            <a:endParaRPr lang="en-US" altLang="en-US" sz="2400" dirty="0"/>
          </a:p>
        </p:txBody>
      </p:sp>
      <p:sp>
        <p:nvSpPr>
          <p:cNvPr id="60" name="Google Shape;62;p3"/>
          <p:cNvSpPr txBox="1">
            <a:spLocks noGrp="1"/>
          </p:cNvSpPr>
          <p:nvPr>
            <p:ph type="sldNum" sz="quarter" idx="2"/>
          </p:nvPr>
        </p:nvSpPr>
        <p:spPr>
          <a:xfrm>
            <a:off x="8505458" y="6414780"/>
            <a:ext cx="181343" cy="248265"/>
          </a:xfrm>
          <a:prstGeom prst="rect">
            <a:avLst/>
          </a:prstGeom>
        </p:spPr>
        <p:txBody>
          <a:bodyPr/>
          <a:lstStyle/>
          <a:p>
            <a:fld id="{86CB4B4D-7CA3-9044-876B-883B54F8677D}" type="slidenum">
              <a:rPr/>
              <a:t>6</a:t>
            </a:fld>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Google Shape;77;p2"/>
          <p:cNvSpPr txBox="1">
            <a:spLocks noGrp="1"/>
          </p:cNvSpPr>
          <p:nvPr>
            <p:ph type="title"/>
          </p:nvPr>
        </p:nvSpPr>
        <p:spPr>
          <a:xfrm>
            <a:off x="0" y="0"/>
            <a:ext cx="6553200" cy="826266"/>
          </a:xfrm>
          <a:prstGeom prst="rect">
            <a:avLst/>
          </a:prstGeom>
        </p:spPr>
        <p:txBody>
          <a:bodyPr/>
          <a:lstStyle>
            <a:lvl1pPr>
              <a:defRPr sz="3200" b="1">
                <a:solidFill>
                  <a:srgbClr val="0C0C0C"/>
                </a:solidFill>
                <a:latin typeface="Times New Roman" panose="02020603050405020304"/>
                <a:ea typeface="Times New Roman" panose="02020603050405020304"/>
                <a:cs typeface="Times New Roman" panose="02020603050405020304"/>
                <a:sym typeface="Times New Roman" panose="02020603050405020304"/>
              </a:defRPr>
            </a:lvl1pPr>
          </a:lstStyle>
          <a:p>
            <a:r>
              <a:t>Conclusion</a:t>
            </a:r>
          </a:p>
        </p:txBody>
      </p:sp>
      <p:sp>
        <p:nvSpPr>
          <p:cNvPr id="63" name="Google Shape;78;p2"/>
          <p:cNvSpPr txBox="1">
            <a:spLocks noGrp="1"/>
          </p:cNvSpPr>
          <p:nvPr>
            <p:ph type="body" sz="half" idx="1"/>
          </p:nvPr>
        </p:nvSpPr>
        <p:spPr>
          <a:xfrm>
            <a:off x="164890" y="1340768"/>
            <a:ext cx="8814220" cy="4896544"/>
          </a:xfrm>
          <a:prstGeom prst="rect">
            <a:avLst/>
          </a:prstGeom>
        </p:spPr>
        <p:txBody>
          <a:bodyPr>
            <a:normAutofit/>
          </a:bodyPr>
          <a:lstStyle>
            <a:lvl1pPr marL="0" indent="113030" defTabSz="905510">
              <a:spcBef>
                <a:spcPts val="200"/>
              </a:spcBef>
              <a:buSzTx/>
              <a:buNone/>
              <a:defRPr sz="1980">
                <a:solidFill>
                  <a:srgbClr val="374151"/>
                </a:solidFill>
                <a:latin typeface="Times New Roman" panose="02020603050405020304"/>
                <a:ea typeface="Times New Roman" panose="02020603050405020304"/>
                <a:cs typeface="Times New Roman" panose="02020603050405020304"/>
                <a:sym typeface="Times New Roman" panose="02020603050405020304"/>
              </a:defRPr>
            </a:lvl1pPr>
          </a:lstStyle>
          <a:p>
            <a:pPr algn="just"/>
            <a:endParaRPr lang="en-US" altLang="en-US" sz="2000" dirty="0"/>
          </a:p>
          <a:p>
            <a:r>
              <a:rPr lang="en-US" sz="2000" dirty="0"/>
              <a:t>This project successfully develops a full-stack social media platform that is secure, scalable, and user-friendly. It enables users to create content, interact in real time, and manage their profiles efficiently.</a:t>
            </a:r>
          </a:p>
          <a:p>
            <a:endParaRPr lang="en-US" sz="2000" dirty="0"/>
          </a:p>
          <a:p>
            <a:r>
              <a:rPr lang="en-US" sz="2000" dirty="0"/>
              <a:t>The system integrates modern technologies such as Node.js, React, and MySQL to ensure high performance and reliability. It also introduces content fingerprinting to protect originality and an intelligent shield system to prevent harassment.</a:t>
            </a:r>
          </a:p>
          <a:p>
            <a:endParaRPr lang="en-US" sz="2000" dirty="0"/>
          </a:p>
          <a:p>
            <a:r>
              <a:rPr lang="en-US" sz="2000" dirty="0"/>
              <a:t>The modular architecture improves maintainability and allows easy future enhancements. Overall, the project demonstrates how modern web technologies can be used to build a safe, efficient, and scalable social media platform.</a:t>
            </a:r>
          </a:p>
          <a:p>
            <a:pPr algn="just"/>
            <a:endParaRPr lang="en-US" altLang="en-US" sz="2000" dirty="0"/>
          </a:p>
        </p:txBody>
      </p:sp>
      <p:sp>
        <p:nvSpPr>
          <p:cNvPr id="64" name="Google Shape;79;p2"/>
          <p:cNvSpPr txBox="1">
            <a:spLocks noGrp="1"/>
          </p:cNvSpPr>
          <p:nvPr>
            <p:ph type="sldNum" sz="quarter" idx="2"/>
          </p:nvPr>
        </p:nvSpPr>
        <p:spPr>
          <a:xfrm>
            <a:off x="8505458" y="6414780"/>
            <a:ext cx="181343" cy="248265"/>
          </a:xfrm>
          <a:prstGeom prst="rect">
            <a:avLst/>
          </a:prstGeom>
        </p:spPr>
        <p:txBody>
          <a:bodyPr/>
          <a:lstStyle/>
          <a:p>
            <a:fld id="{86CB4B4D-7CA3-9044-876B-883B54F8677D}" type="slidenum">
              <a:rPr/>
              <a:t>7</a:t>
            </a:fld>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Google Shape;77;p2"/>
          <p:cNvSpPr txBox="1">
            <a:spLocks noGrp="1"/>
          </p:cNvSpPr>
          <p:nvPr>
            <p:ph type="title"/>
          </p:nvPr>
        </p:nvSpPr>
        <p:spPr>
          <a:xfrm>
            <a:off x="0" y="0"/>
            <a:ext cx="6553200" cy="815250"/>
          </a:xfrm>
          <a:prstGeom prst="rect">
            <a:avLst/>
          </a:prstGeom>
        </p:spPr>
        <p:txBody>
          <a:bodyPr/>
          <a:lstStyle>
            <a:lvl1pPr>
              <a:defRPr sz="3200" b="1">
                <a:solidFill>
                  <a:srgbClr val="0C0C0C"/>
                </a:solidFill>
                <a:latin typeface="Times New Roman" panose="02020603050405020304"/>
                <a:ea typeface="Times New Roman" panose="02020603050405020304"/>
                <a:cs typeface="Times New Roman" panose="02020603050405020304"/>
                <a:sym typeface="Times New Roman" panose="02020603050405020304"/>
              </a:defRPr>
            </a:lvl1pPr>
          </a:lstStyle>
          <a:p>
            <a:r>
              <a:t>References</a:t>
            </a:r>
          </a:p>
        </p:txBody>
      </p:sp>
      <p:sp>
        <p:nvSpPr>
          <p:cNvPr id="67" name="Google Shape;78;p2"/>
          <p:cNvSpPr txBox="1">
            <a:spLocks noGrp="1"/>
          </p:cNvSpPr>
          <p:nvPr>
            <p:ph type="body" idx="1"/>
          </p:nvPr>
        </p:nvSpPr>
        <p:spPr>
          <a:xfrm>
            <a:off x="164890" y="2038119"/>
            <a:ext cx="8844199" cy="4318231"/>
          </a:xfrm>
          <a:prstGeom prst="rect">
            <a:avLst/>
          </a:prstGeom>
        </p:spPr>
        <p:txBody>
          <a:bodyPr>
            <a:normAutofit/>
          </a:bodyPr>
          <a:lstStyle/>
          <a:p>
            <a:pPr>
              <a:buSzPts val="2400"/>
              <a:defRPr sz="2400">
                <a:latin typeface="Times New Roman" panose="02020603050405020304"/>
                <a:ea typeface="Times New Roman" panose="02020603050405020304"/>
                <a:cs typeface="Times New Roman" panose="02020603050405020304"/>
                <a:sym typeface="Times New Roman" panose="02020603050405020304"/>
              </a:defRPr>
            </a:pPr>
            <a:r>
              <a:rPr lang="en-US" altLang="en-US" u="sng" dirty="0">
                <a:solidFill>
                  <a:srgbClr val="0000FF"/>
                </a:solidFill>
                <a:uFill>
                  <a:solidFill>
                    <a:srgbClr val="0000FF"/>
                  </a:solidFill>
                </a:uFill>
              </a:rPr>
              <a:t>https://socket.io/docs/v4/</a:t>
            </a:r>
          </a:p>
          <a:p>
            <a:pPr>
              <a:buSzPts val="2400"/>
              <a:defRPr sz="2400">
                <a:latin typeface="Times New Roman" panose="02020603050405020304"/>
                <a:ea typeface="Times New Roman" panose="02020603050405020304"/>
                <a:cs typeface="Times New Roman" panose="02020603050405020304"/>
                <a:sym typeface="Times New Roman" panose="02020603050405020304"/>
              </a:defRPr>
            </a:pPr>
            <a:endParaRPr lang="en-US" altLang="en-US" u="sng" dirty="0">
              <a:solidFill>
                <a:srgbClr val="0000FF"/>
              </a:solidFill>
              <a:uFill>
                <a:solidFill>
                  <a:srgbClr val="0000FF"/>
                </a:solidFill>
              </a:uFill>
            </a:endParaRPr>
          </a:p>
          <a:p>
            <a:pPr>
              <a:buSzPts val="2400"/>
              <a:defRPr sz="2400">
                <a:latin typeface="Times New Roman" panose="02020603050405020304"/>
                <a:ea typeface="Times New Roman" panose="02020603050405020304"/>
                <a:cs typeface="Times New Roman" panose="02020603050405020304"/>
                <a:sym typeface="Times New Roman" panose="02020603050405020304"/>
              </a:defRPr>
            </a:pPr>
            <a:r>
              <a:rPr lang="en-US" altLang="en-US" u="sng" dirty="0">
                <a:solidFill>
                  <a:srgbClr val="0000FF"/>
                </a:solidFill>
                <a:uFill>
                  <a:solidFill>
                    <a:srgbClr val="0000FF"/>
                  </a:solidFill>
                </a:uFill>
              </a:rPr>
              <a:t>https://tailwindcss.com/docs/installation/using-vite</a:t>
            </a:r>
          </a:p>
          <a:p>
            <a:pPr>
              <a:buSzPts val="2400"/>
              <a:defRPr sz="2400">
                <a:latin typeface="Times New Roman" panose="02020603050405020304"/>
                <a:ea typeface="Times New Roman" panose="02020603050405020304"/>
                <a:cs typeface="Times New Roman" panose="02020603050405020304"/>
                <a:sym typeface="Times New Roman" panose="02020603050405020304"/>
              </a:defRPr>
            </a:pPr>
            <a:endParaRPr lang="en-US" altLang="en-US" u="sng" dirty="0">
              <a:solidFill>
                <a:srgbClr val="0000FF"/>
              </a:solidFill>
              <a:uFill>
                <a:solidFill>
                  <a:srgbClr val="0000FF"/>
                </a:solidFill>
              </a:uFill>
            </a:endParaRPr>
          </a:p>
          <a:p>
            <a:pPr>
              <a:buSzPts val="2400"/>
              <a:defRPr sz="2400">
                <a:latin typeface="Times New Roman" panose="02020603050405020304"/>
                <a:ea typeface="Times New Roman" panose="02020603050405020304"/>
                <a:cs typeface="Times New Roman" panose="02020603050405020304"/>
                <a:sym typeface="Times New Roman" panose="02020603050405020304"/>
              </a:defRPr>
            </a:pPr>
            <a:r>
              <a:rPr lang="en-US" altLang="en-US" u="sng" dirty="0">
                <a:solidFill>
                  <a:srgbClr val="0000FF"/>
                </a:solidFill>
                <a:uFill>
                  <a:solidFill>
                    <a:srgbClr val="0000FF"/>
                  </a:solidFill>
                </a:uFill>
              </a:rPr>
              <a:t>https://www.w3schools.com/mysql/</a:t>
            </a:r>
          </a:p>
        </p:txBody>
      </p:sp>
      <p:sp>
        <p:nvSpPr>
          <p:cNvPr id="68" name="Google Shape;79;p2"/>
          <p:cNvSpPr txBox="1">
            <a:spLocks noGrp="1"/>
          </p:cNvSpPr>
          <p:nvPr>
            <p:ph type="sldNum" sz="quarter" idx="2"/>
          </p:nvPr>
        </p:nvSpPr>
        <p:spPr>
          <a:xfrm>
            <a:off x="8505458" y="6414780"/>
            <a:ext cx="181343" cy="248265"/>
          </a:xfrm>
          <a:prstGeom prst="rect">
            <a:avLst/>
          </a:prstGeom>
        </p:spPr>
        <p:txBody>
          <a:bodyPr/>
          <a:lstStyle/>
          <a:p>
            <a:fld id="{86CB4B4D-7CA3-9044-876B-883B54F8677D}" type="slidenum">
              <a:rPr/>
              <a:t>8</a:t>
            </a:fld>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Google Shape;102;g2c78129218a_0_8"/>
          <p:cNvSpPr txBox="1">
            <a:spLocks noGrp="1"/>
          </p:cNvSpPr>
          <p:nvPr>
            <p:ph type="sldNum" sz="quarter" idx="2"/>
          </p:nvPr>
        </p:nvSpPr>
        <p:spPr>
          <a:xfrm>
            <a:off x="8428216" y="6414767"/>
            <a:ext cx="258584" cy="248266"/>
          </a:xfrm>
          <a:prstGeom prst="rect">
            <a:avLst/>
          </a:prstGeom>
        </p:spPr>
        <p:txBody>
          <a:bodyPr/>
          <a:lstStyle/>
          <a:p>
            <a:fld id="{86CB4B4D-7CA3-9044-876B-883B54F8677D}" type="slidenum">
              <a:rPr/>
              <a:t>9</a:t>
            </a:fld>
            <a:endParaRPr/>
          </a:p>
        </p:txBody>
      </p:sp>
      <p:sp>
        <p:nvSpPr>
          <p:cNvPr id="75" name="Google Shape;104;g2c78129218a_0_8"/>
          <p:cNvSpPr txBox="1"/>
          <p:nvPr/>
        </p:nvSpPr>
        <p:spPr>
          <a:xfrm>
            <a:off x="599825" y="2179349"/>
            <a:ext cx="7737900" cy="1811471"/>
          </a:xfrm>
          <a:prstGeom prst="rect">
            <a:avLst/>
          </a:prstGeom>
          <a:ln w="12700">
            <a:miter lim="400000"/>
          </a:ln>
        </p:spPr>
        <p:txBody>
          <a:bodyPr lIns="91424" tIns="91424" rIns="91424" bIns="91424">
            <a:spAutoFit/>
          </a:bodyPr>
          <a:lstStyle/>
          <a:p>
            <a:pPr algn="ctr">
              <a:defRPr sz="9600" b="1">
                <a:solidFill>
                  <a:srgbClr val="D6E3BC"/>
                </a:solidFill>
                <a:latin typeface="Times New Roman" panose="02020603050405020304"/>
                <a:ea typeface="Times New Roman" panose="02020603050405020304"/>
                <a:cs typeface="Times New Roman" panose="02020603050405020304"/>
                <a:sym typeface="Times New Roman" panose="02020603050405020304"/>
              </a:defRPr>
            </a:pPr>
            <a:r>
              <a:t>Thank</a:t>
            </a:r>
            <a:r>
              <a:rPr sz="11500">
                <a:latin typeface="+mj-lt"/>
                <a:ea typeface="+mj-ea"/>
                <a:cs typeface="+mj-cs"/>
                <a:sym typeface="Arial" panose="020B0604020202020204"/>
              </a:rPr>
              <a:t>  you </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824</Words>
  <Application>Microsoft Office PowerPoint</Application>
  <PresentationFormat>On-screen Show (4:3)</PresentationFormat>
  <Paragraphs>73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PowerPoint Presentation</vt:lpstr>
      <vt:lpstr>PowerPoint Presentation</vt:lpstr>
      <vt:lpstr>Problem Statement</vt:lpstr>
      <vt:lpstr>Proposed Solution</vt:lpstr>
      <vt:lpstr>Functionalities</vt:lpstr>
      <vt:lpstr>Methodology</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Jatin Dhull</cp:lastModifiedBy>
  <cp:revision>17</cp:revision>
  <dcterms:created xsi:type="dcterms:W3CDTF">2026-03-30T10:54:00Z</dcterms:created>
  <dcterms:modified xsi:type="dcterms:W3CDTF">2026-04-02T12:05:56Z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FC997C90747C482695142EEF5F733477_13</vt:lpwstr>
  </property>
</Properties>
</file>